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5" r:id="rId6"/>
    <p:sldId id="267" r:id="rId7"/>
    <p:sldId id="258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F56382-77C4-4DB8-BC0D-967A5A1BF0B3}" type="doc">
      <dgm:prSet loTypeId="urn:microsoft.com/office/officeart/2005/8/layout/b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845D733-BF33-47EE-B9A0-5B88DF919649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Evidence synthesis</a:t>
          </a:r>
        </a:p>
      </dgm:t>
    </dgm:pt>
    <dgm:pt modelId="{D87656D6-ACC8-48D9-BD16-5833442F2855}" type="parTrans" cxnId="{5F7BFC63-B317-40AF-AC0D-4E831D1080D0}">
      <dgm:prSet/>
      <dgm:spPr/>
      <dgm:t>
        <a:bodyPr/>
        <a:lstStyle/>
        <a:p>
          <a:endParaRPr lang="en-US"/>
        </a:p>
      </dgm:t>
    </dgm:pt>
    <dgm:pt modelId="{FFBB6B4C-2537-4F95-9AF3-63279AF35651}" type="sibTrans" cxnId="{5F7BFC63-B317-40AF-AC0D-4E831D1080D0}">
      <dgm:prSet/>
      <dgm:spPr/>
      <dgm:t>
        <a:bodyPr/>
        <a:lstStyle/>
        <a:p>
          <a:endParaRPr lang="en-US"/>
        </a:p>
      </dgm:t>
    </dgm:pt>
    <dgm:pt modelId="{2609084D-FC90-4E6A-BD0B-192407867444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Develop and validate models</a:t>
          </a:r>
        </a:p>
      </dgm:t>
    </dgm:pt>
    <dgm:pt modelId="{C4A32F35-B6F2-4283-9ED7-49C80E7825BE}" type="parTrans" cxnId="{AF28693B-4DF0-4EC6-BC0B-8C339A6516DF}">
      <dgm:prSet/>
      <dgm:spPr/>
      <dgm:t>
        <a:bodyPr/>
        <a:lstStyle/>
        <a:p>
          <a:endParaRPr lang="en-US"/>
        </a:p>
      </dgm:t>
    </dgm:pt>
    <dgm:pt modelId="{2A6D3279-5C43-46CB-A84F-44BE933CBC7B}" type="sibTrans" cxnId="{AF28693B-4DF0-4EC6-BC0B-8C339A6516DF}">
      <dgm:prSet/>
      <dgm:spPr/>
      <dgm:t>
        <a:bodyPr/>
        <a:lstStyle/>
        <a:p>
          <a:endParaRPr lang="en-US"/>
        </a:p>
      </dgm:t>
    </dgm:pt>
    <dgm:pt modelId="{F94E88F8-F4AF-4C52-8F82-B381DCA068EA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Evidence into policy action</a:t>
          </a:r>
        </a:p>
      </dgm:t>
    </dgm:pt>
    <dgm:pt modelId="{355889C0-B70B-4D58-B9A7-EB7732ED159C}" type="parTrans" cxnId="{27CA8019-AF48-4BAC-A0D1-25C2BD32032C}">
      <dgm:prSet/>
      <dgm:spPr/>
      <dgm:t>
        <a:bodyPr/>
        <a:lstStyle/>
        <a:p>
          <a:endParaRPr lang="en-US"/>
        </a:p>
      </dgm:t>
    </dgm:pt>
    <dgm:pt modelId="{C243B0FA-952D-4D18-957B-CD2555A2CEEC}" type="sibTrans" cxnId="{27CA8019-AF48-4BAC-A0D1-25C2BD32032C}">
      <dgm:prSet/>
      <dgm:spPr/>
      <dgm:t>
        <a:bodyPr/>
        <a:lstStyle/>
        <a:p>
          <a:endParaRPr lang="en-US"/>
        </a:p>
      </dgm:t>
    </dgm:pt>
    <dgm:pt modelId="{F2250D08-7C12-44A4-ACCA-51F8FC0050D2}">
      <dgm:prSet custT="1"/>
      <dgm:spPr/>
      <dgm:t>
        <a:bodyPr/>
        <a:lstStyle/>
        <a:p>
          <a:pPr>
            <a:buNone/>
          </a:pPr>
          <a:r>
            <a:rPr lang="en-US" sz="1600" dirty="0"/>
            <a:t>Regional capacity</a:t>
          </a:r>
        </a:p>
      </dgm:t>
    </dgm:pt>
    <dgm:pt modelId="{CF4E5CB9-8112-47D1-8871-2C75C2437B8D}" type="parTrans" cxnId="{8164A186-7908-4BB3-97C0-A202BC561D1B}">
      <dgm:prSet/>
      <dgm:spPr/>
      <dgm:t>
        <a:bodyPr/>
        <a:lstStyle/>
        <a:p>
          <a:endParaRPr lang="en-US"/>
        </a:p>
      </dgm:t>
    </dgm:pt>
    <dgm:pt modelId="{A36944B8-DEF8-4B08-9553-48940D1E7B8F}" type="sibTrans" cxnId="{8164A186-7908-4BB3-97C0-A202BC561D1B}">
      <dgm:prSet/>
      <dgm:spPr/>
      <dgm:t>
        <a:bodyPr/>
        <a:lstStyle/>
        <a:p>
          <a:endParaRPr lang="en-US"/>
        </a:p>
      </dgm:t>
    </dgm:pt>
    <dgm:pt modelId="{BC7737B6-B33E-44A3-B522-89C30AB6B5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Conduct a comprehensive evidence synthesis on the SRHR workforce status, gaps, and training pathways in the African Region</a:t>
          </a:r>
        </a:p>
      </dgm:t>
    </dgm:pt>
    <dgm:pt modelId="{E1B253A9-5B69-48EB-AF8F-685B5F7D939B}" type="parTrans" cxnId="{BD83DC51-3419-475A-B99E-1B9887CD3681}">
      <dgm:prSet/>
      <dgm:spPr/>
      <dgm:t>
        <a:bodyPr/>
        <a:lstStyle/>
        <a:p>
          <a:endParaRPr lang="en-US"/>
        </a:p>
      </dgm:t>
    </dgm:pt>
    <dgm:pt modelId="{BF98D089-EC76-4B0B-93A8-0F87A528F347}" type="sibTrans" cxnId="{BD83DC51-3419-475A-B99E-1B9887CD3681}">
      <dgm:prSet/>
      <dgm:spPr/>
      <dgm:t>
        <a:bodyPr/>
        <a:lstStyle/>
        <a:p>
          <a:endParaRPr lang="en-US"/>
        </a:p>
      </dgm:t>
    </dgm:pt>
    <dgm:pt modelId="{277DDDE8-C358-4242-9CDA-4EAA4E21E28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Develop and validate analytical models to quantify workforce supply, demand, and return on investment (ROI).</a:t>
          </a:r>
        </a:p>
      </dgm:t>
    </dgm:pt>
    <dgm:pt modelId="{7866EF1D-9E69-4A2B-ABD0-3EE4D1F60179}" type="parTrans" cxnId="{8E36EDA1-5895-4C96-BEA1-18A01A9EA941}">
      <dgm:prSet/>
      <dgm:spPr/>
      <dgm:t>
        <a:bodyPr/>
        <a:lstStyle/>
        <a:p>
          <a:endParaRPr lang="en-US"/>
        </a:p>
      </dgm:t>
    </dgm:pt>
    <dgm:pt modelId="{B15F6FD0-F22A-4F66-B6A9-58BA0B592B8A}" type="sibTrans" cxnId="{8E36EDA1-5895-4C96-BEA1-18A01A9EA941}">
      <dgm:prSet/>
      <dgm:spPr/>
      <dgm:t>
        <a:bodyPr/>
        <a:lstStyle/>
        <a:p>
          <a:endParaRPr lang="en-US"/>
        </a:p>
      </dgm:t>
    </dgm:pt>
    <dgm:pt modelId="{FBCDFAE5-893D-466C-A926-7240DD7071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Translate evidence into actionable policy tools (dashboards, briefs, algorithms) for regional stakeholders.</a:t>
          </a:r>
        </a:p>
      </dgm:t>
    </dgm:pt>
    <dgm:pt modelId="{1EE6319D-4799-4A3A-8D5C-067C204C1C0C}" type="parTrans" cxnId="{461B6BCB-6C89-4BB2-BAC8-2317029E3155}">
      <dgm:prSet/>
      <dgm:spPr/>
      <dgm:t>
        <a:bodyPr/>
        <a:lstStyle/>
        <a:p>
          <a:endParaRPr lang="en-US"/>
        </a:p>
      </dgm:t>
    </dgm:pt>
    <dgm:pt modelId="{EC5A6C59-91A1-46A7-AF06-842F0F1C4151}" type="sibTrans" cxnId="{461B6BCB-6C89-4BB2-BAC8-2317029E3155}">
      <dgm:prSet/>
      <dgm:spPr/>
      <dgm:t>
        <a:bodyPr/>
        <a:lstStyle/>
        <a:p>
          <a:endParaRPr lang="en-US"/>
        </a:p>
      </dgm:t>
    </dgm:pt>
    <dgm:pt modelId="{FC0F3238-BA81-4F6C-9951-10CCC2BA3D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Build regional capacity through dissemination of knowledge products</a:t>
          </a:r>
        </a:p>
      </dgm:t>
    </dgm:pt>
    <dgm:pt modelId="{B0518B02-C6EB-4151-B054-F830D5D592CD}" type="parTrans" cxnId="{8B44BA84-3FD1-43A4-B092-6CD577C9586E}">
      <dgm:prSet/>
      <dgm:spPr/>
      <dgm:t>
        <a:bodyPr/>
        <a:lstStyle/>
        <a:p>
          <a:endParaRPr lang="en-US"/>
        </a:p>
      </dgm:t>
    </dgm:pt>
    <dgm:pt modelId="{C801C270-64D1-48F0-8EF9-E29F5DB6EDCE}" type="sibTrans" cxnId="{8B44BA84-3FD1-43A4-B092-6CD577C9586E}">
      <dgm:prSet/>
      <dgm:spPr/>
      <dgm:t>
        <a:bodyPr/>
        <a:lstStyle/>
        <a:p>
          <a:endParaRPr lang="en-US"/>
        </a:p>
      </dgm:t>
    </dgm:pt>
    <dgm:pt modelId="{BCE461D0-E321-46D6-89B8-67C8FB3F4B2A}" type="pres">
      <dgm:prSet presAssocID="{AAF56382-77C4-4DB8-BC0D-967A5A1BF0B3}" presName="diagram" presStyleCnt="0">
        <dgm:presLayoutVars>
          <dgm:dir/>
          <dgm:animLvl val="lvl"/>
          <dgm:resizeHandles val="exact"/>
        </dgm:presLayoutVars>
      </dgm:prSet>
      <dgm:spPr/>
    </dgm:pt>
    <dgm:pt modelId="{CCF16D48-D27A-4491-8FB5-29F239B1C71C}" type="pres">
      <dgm:prSet presAssocID="{3845D733-BF33-47EE-B9A0-5B88DF919649}" presName="compNode" presStyleCnt="0"/>
      <dgm:spPr/>
    </dgm:pt>
    <dgm:pt modelId="{60F239A9-F8BE-4A0B-A437-EF9C86C963BF}" type="pres">
      <dgm:prSet presAssocID="{3845D733-BF33-47EE-B9A0-5B88DF919649}" presName="childRect" presStyleLbl="bgAcc1" presStyleIdx="0" presStyleCnt="4">
        <dgm:presLayoutVars>
          <dgm:bulletEnabled val="1"/>
        </dgm:presLayoutVars>
      </dgm:prSet>
      <dgm:spPr/>
    </dgm:pt>
    <dgm:pt modelId="{5FAC09CB-EF33-4C9F-8C49-FB990357C880}" type="pres">
      <dgm:prSet presAssocID="{3845D733-BF33-47EE-B9A0-5B88DF91964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E287428-3D0E-4AB7-AC72-451161C9E85D}" type="pres">
      <dgm:prSet presAssocID="{3845D733-BF33-47EE-B9A0-5B88DF919649}" presName="parentRect" presStyleLbl="alignNode1" presStyleIdx="0" presStyleCnt="4"/>
      <dgm:spPr/>
    </dgm:pt>
    <dgm:pt modelId="{07AD3FCB-D89A-4351-8455-1744C396BFE6}" type="pres">
      <dgm:prSet presAssocID="{3845D733-BF33-47EE-B9A0-5B88DF919649}" presName="adorn" presStyleLbl="fgAccFollowNode1" presStyleIdx="0" presStyleCnt="4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pography Map with solid fill"/>
        </a:ext>
      </dgm:extLst>
    </dgm:pt>
    <dgm:pt modelId="{84B35DD0-4804-445B-AEE2-1FA59287348A}" type="pres">
      <dgm:prSet presAssocID="{FFBB6B4C-2537-4F95-9AF3-63279AF35651}" presName="sibTrans" presStyleLbl="sibTrans2D1" presStyleIdx="0" presStyleCnt="0"/>
      <dgm:spPr/>
    </dgm:pt>
    <dgm:pt modelId="{3676CE6F-B5A3-4403-9994-55BAC65E0E30}" type="pres">
      <dgm:prSet presAssocID="{2609084D-FC90-4E6A-BD0B-192407867444}" presName="compNode" presStyleCnt="0"/>
      <dgm:spPr/>
    </dgm:pt>
    <dgm:pt modelId="{AFB044F4-AA2F-49D0-8818-907978AE5076}" type="pres">
      <dgm:prSet presAssocID="{2609084D-FC90-4E6A-BD0B-192407867444}" presName="childRect" presStyleLbl="bgAcc1" presStyleIdx="1" presStyleCnt="4">
        <dgm:presLayoutVars>
          <dgm:bulletEnabled val="1"/>
        </dgm:presLayoutVars>
      </dgm:prSet>
      <dgm:spPr/>
    </dgm:pt>
    <dgm:pt modelId="{B695345E-4E91-453E-AA6E-353CAFC3BB14}" type="pres">
      <dgm:prSet presAssocID="{2609084D-FC90-4E6A-BD0B-192407867444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28CB68E-5912-4D43-B30A-FEBC1F041517}" type="pres">
      <dgm:prSet presAssocID="{2609084D-FC90-4E6A-BD0B-192407867444}" presName="parentRect" presStyleLbl="alignNode1" presStyleIdx="1" presStyleCnt="4"/>
      <dgm:spPr/>
    </dgm:pt>
    <dgm:pt modelId="{B44B3A5B-2902-44E5-9C9E-0461361082A4}" type="pres">
      <dgm:prSet presAssocID="{2609084D-FC90-4E6A-BD0B-192407867444}" presName="adorn" presStyleLbl="fgAccFollowNode1" presStyleIdx="1" presStyleCnt="4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opathy with solid fill"/>
        </a:ext>
      </dgm:extLst>
    </dgm:pt>
    <dgm:pt modelId="{E0263E16-672C-4956-B0D7-ADD1C92C5EDA}" type="pres">
      <dgm:prSet presAssocID="{2A6D3279-5C43-46CB-A84F-44BE933CBC7B}" presName="sibTrans" presStyleLbl="sibTrans2D1" presStyleIdx="0" presStyleCnt="0"/>
      <dgm:spPr/>
    </dgm:pt>
    <dgm:pt modelId="{EC27C715-9855-46AF-9890-9D5485A735E1}" type="pres">
      <dgm:prSet presAssocID="{F94E88F8-F4AF-4C52-8F82-B381DCA068EA}" presName="compNode" presStyleCnt="0"/>
      <dgm:spPr/>
    </dgm:pt>
    <dgm:pt modelId="{AB5A4804-B9C9-4BAF-9BF7-0AF5A0B02552}" type="pres">
      <dgm:prSet presAssocID="{F94E88F8-F4AF-4C52-8F82-B381DCA068EA}" presName="childRect" presStyleLbl="bgAcc1" presStyleIdx="2" presStyleCnt="4">
        <dgm:presLayoutVars>
          <dgm:bulletEnabled val="1"/>
        </dgm:presLayoutVars>
      </dgm:prSet>
      <dgm:spPr/>
    </dgm:pt>
    <dgm:pt modelId="{701A6F3A-5684-4BA2-B03C-3E071F405682}" type="pres">
      <dgm:prSet presAssocID="{F94E88F8-F4AF-4C52-8F82-B381DCA068E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A7A5ED6-AEC4-4106-B477-E3DB474F7C5C}" type="pres">
      <dgm:prSet presAssocID="{F94E88F8-F4AF-4C52-8F82-B381DCA068EA}" presName="parentRect" presStyleLbl="alignNode1" presStyleIdx="2" presStyleCnt="4"/>
      <dgm:spPr/>
    </dgm:pt>
    <dgm:pt modelId="{E0588BB9-AD2D-4CE0-97D1-4338C2923553}" type="pres">
      <dgm:prSet presAssocID="{F94E88F8-F4AF-4C52-8F82-B381DCA068EA}" presName="adorn" presStyleLbl="fgAccFollowNode1" presStyleIdx="2" presStyleCnt="4"/>
      <dgm:spPr>
        <a:blipFill rotWithShape="1">
          <a:blip xmlns:r="http://schemas.openxmlformats.org/officeDocument/2006/relationships" r:embed="rId3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 with solid fill"/>
        </a:ext>
      </dgm:extLst>
    </dgm:pt>
    <dgm:pt modelId="{84668C43-3468-421B-A8BA-46E07E1A426E}" type="pres">
      <dgm:prSet presAssocID="{C243B0FA-952D-4D18-957B-CD2555A2CEEC}" presName="sibTrans" presStyleLbl="sibTrans2D1" presStyleIdx="0" presStyleCnt="0"/>
      <dgm:spPr/>
    </dgm:pt>
    <dgm:pt modelId="{BB888A27-8955-48C6-90DE-33238BE34A46}" type="pres">
      <dgm:prSet presAssocID="{F2250D08-7C12-44A4-ACCA-51F8FC0050D2}" presName="compNode" presStyleCnt="0"/>
      <dgm:spPr/>
    </dgm:pt>
    <dgm:pt modelId="{85358F66-608B-40D9-9981-AF3107735E92}" type="pres">
      <dgm:prSet presAssocID="{F2250D08-7C12-44A4-ACCA-51F8FC0050D2}" presName="childRect" presStyleLbl="bgAcc1" presStyleIdx="3" presStyleCnt="4" custLinFactNeighborX="1222">
        <dgm:presLayoutVars>
          <dgm:bulletEnabled val="1"/>
        </dgm:presLayoutVars>
      </dgm:prSet>
      <dgm:spPr/>
    </dgm:pt>
    <dgm:pt modelId="{BFCD5397-2ACE-4DDE-86EC-DC8858714690}" type="pres">
      <dgm:prSet presAssocID="{F2250D08-7C12-44A4-ACCA-51F8FC0050D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231FED9-AAA1-4FFE-BB2D-06508D19EB8E}" type="pres">
      <dgm:prSet presAssocID="{F2250D08-7C12-44A4-ACCA-51F8FC0050D2}" presName="parentRect" presStyleLbl="alignNode1" presStyleIdx="3" presStyleCnt="4"/>
      <dgm:spPr/>
    </dgm:pt>
    <dgm:pt modelId="{FB9E3852-7769-445F-9017-B351FCFF5F48}" type="pres">
      <dgm:prSet presAssocID="{F2250D08-7C12-44A4-ACCA-51F8FC0050D2}" presName="adorn" presStyleLbl="fgAccFollowNode1" presStyleIdx="3" presStyleCnt="4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 with solid fill"/>
        </a:ext>
      </dgm:extLst>
    </dgm:pt>
  </dgm:ptLst>
  <dgm:cxnLst>
    <dgm:cxn modelId="{3444F80B-B162-4CE0-B9AF-F2FB91EBC827}" type="presOf" srcId="{AAF56382-77C4-4DB8-BC0D-967A5A1BF0B3}" destId="{BCE461D0-E321-46D6-89B8-67C8FB3F4B2A}" srcOrd="0" destOrd="0" presId="urn:microsoft.com/office/officeart/2005/8/layout/bList2"/>
    <dgm:cxn modelId="{27CA8019-AF48-4BAC-A0D1-25C2BD32032C}" srcId="{AAF56382-77C4-4DB8-BC0D-967A5A1BF0B3}" destId="{F94E88F8-F4AF-4C52-8F82-B381DCA068EA}" srcOrd="2" destOrd="0" parTransId="{355889C0-B70B-4D58-B9A7-EB7732ED159C}" sibTransId="{C243B0FA-952D-4D18-957B-CD2555A2CEEC}"/>
    <dgm:cxn modelId="{3ECADC1D-EA04-4378-950F-30B9EC250B69}" type="presOf" srcId="{2A6D3279-5C43-46CB-A84F-44BE933CBC7B}" destId="{E0263E16-672C-4956-B0D7-ADD1C92C5EDA}" srcOrd="0" destOrd="0" presId="urn:microsoft.com/office/officeart/2005/8/layout/bList2"/>
    <dgm:cxn modelId="{AF28693B-4DF0-4EC6-BC0B-8C339A6516DF}" srcId="{AAF56382-77C4-4DB8-BC0D-967A5A1BF0B3}" destId="{2609084D-FC90-4E6A-BD0B-192407867444}" srcOrd="1" destOrd="0" parTransId="{C4A32F35-B6F2-4283-9ED7-49C80E7825BE}" sibTransId="{2A6D3279-5C43-46CB-A84F-44BE933CBC7B}"/>
    <dgm:cxn modelId="{5F7BFC63-B317-40AF-AC0D-4E831D1080D0}" srcId="{AAF56382-77C4-4DB8-BC0D-967A5A1BF0B3}" destId="{3845D733-BF33-47EE-B9A0-5B88DF919649}" srcOrd="0" destOrd="0" parTransId="{D87656D6-ACC8-48D9-BD16-5833442F2855}" sibTransId="{FFBB6B4C-2537-4F95-9AF3-63279AF35651}"/>
    <dgm:cxn modelId="{0F72D24D-0EDF-498E-B21A-145EA2919FB0}" type="presOf" srcId="{3845D733-BF33-47EE-B9A0-5B88DF919649}" destId="{DE287428-3D0E-4AB7-AC72-451161C9E85D}" srcOrd="1" destOrd="0" presId="urn:microsoft.com/office/officeart/2005/8/layout/bList2"/>
    <dgm:cxn modelId="{A4CA1471-D5A6-4890-8E32-A89D5BF3672C}" type="presOf" srcId="{FC0F3238-BA81-4F6C-9951-10CCC2BA3D73}" destId="{85358F66-608B-40D9-9981-AF3107735E92}" srcOrd="0" destOrd="0" presId="urn:microsoft.com/office/officeart/2005/8/layout/bList2"/>
    <dgm:cxn modelId="{BD83DC51-3419-475A-B99E-1B9887CD3681}" srcId="{3845D733-BF33-47EE-B9A0-5B88DF919649}" destId="{BC7737B6-B33E-44A3-B522-89C30AB6B535}" srcOrd="0" destOrd="0" parTransId="{E1B253A9-5B69-48EB-AF8F-685B5F7D939B}" sibTransId="{BF98D089-EC76-4B0B-93A8-0F87A528F347}"/>
    <dgm:cxn modelId="{28045781-DE3B-481D-A4CC-393DA0C30D4C}" type="presOf" srcId="{F2250D08-7C12-44A4-ACCA-51F8FC0050D2}" destId="{BFCD5397-2ACE-4DDE-86EC-DC8858714690}" srcOrd="0" destOrd="0" presId="urn:microsoft.com/office/officeart/2005/8/layout/bList2"/>
    <dgm:cxn modelId="{8B44BA84-3FD1-43A4-B092-6CD577C9586E}" srcId="{F2250D08-7C12-44A4-ACCA-51F8FC0050D2}" destId="{FC0F3238-BA81-4F6C-9951-10CCC2BA3D73}" srcOrd="0" destOrd="0" parTransId="{B0518B02-C6EB-4151-B054-F830D5D592CD}" sibTransId="{C801C270-64D1-48F0-8EF9-E29F5DB6EDCE}"/>
    <dgm:cxn modelId="{8164A186-7908-4BB3-97C0-A202BC561D1B}" srcId="{AAF56382-77C4-4DB8-BC0D-967A5A1BF0B3}" destId="{F2250D08-7C12-44A4-ACCA-51F8FC0050D2}" srcOrd="3" destOrd="0" parTransId="{CF4E5CB9-8112-47D1-8871-2C75C2437B8D}" sibTransId="{A36944B8-DEF8-4B08-9553-48940D1E7B8F}"/>
    <dgm:cxn modelId="{710CCF8D-27B4-4110-BB52-9FD4277B3FA3}" type="presOf" srcId="{3845D733-BF33-47EE-B9A0-5B88DF919649}" destId="{5FAC09CB-EF33-4C9F-8C49-FB990357C880}" srcOrd="0" destOrd="0" presId="urn:microsoft.com/office/officeart/2005/8/layout/bList2"/>
    <dgm:cxn modelId="{66408791-E980-4BB8-B0E8-A300A8BFFB93}" type="presOf" srcId="{F94E88F8-F4AF-4C52-8F82-B381DCA068EA}" destId="{701A6F3A-5684-4BA2-B03C-3E071F405682}" srcOrd="0" destOrd="0" presId="urn:microsoft.com/office/officeart/2005/8/layout/bList2"/>
    <dgm:cxn modelId="{6EB94493-027B-4C81-B0E2-E13580987FA4}" type="presOf" srcId="{C243B0FA-952D-4D18-957B-CD2555A2CEEC}" destId="{84668C43-3468-421B-A8BA-46E07E1A426E}" srcOrd="0" destOrd="0" presId="urn:microsoft.com/office/officeart/2005/8/layout/bList2"/>
    <dgm:cxn modelId="{8E36EDA1-5895-4C96-BEA1-18A01A9EA941}" srcId="{2609084D-FC90-4E6A-BD0B-192407867444}" destId="{277DDDE8-C358-4242-9CDA-4EAA4E21E285}" srcOrd="0" destOrd="0" parTransId="{7866EF1D-9E69-4A2B-ABD0-3EE4D1F60179}" sibTransId="{B15F6FD0-F22A-4F66-B6A9-58BA0B592B8A}"/>
    <dgm:cxn modelId="{F96C4BAA-949C-41A1-91C7-49676C49FBB1}" type="presOf" srcId="{2609084D-FC90-4E6A-BD0B-192407867444}" destId="{B695345E-4E91-453E-AA6E-353CAFC3BB14}" srcOrd="0" destOrd="0" presId="urn:microsoft.com/office/officeart/2005/8/layout/bList2"/>
    <dgm:cxn modelId="{2EE4A1C0-E8D7-44B6-B130-9AC7EFB75AA0}" type="presOf" srcId="{F94E88F8-F4AF-4C52-8F82-B381DCA068EA}" destId="{3A7A5ED6-AEC4-4106-B477-E3DB474F7C5C}" srcOrd="1" destOrd="0" presId="urn:microsoft.com/office/officeart/2005/8/layout/bList2"/>
    <dgm:cxn modelId="{75BDDCC5-6663-4DFF-8612-2A881F186B73}" type="presOf" srcId="{277DDDE8-C358-4242-9CDA-4EAA4E21E285}" destId="{AFB044F4-AA2F-49D0-8818-907978AE5076}" srcOrd="0" destOrd="0" presId="urn:microsoft.com/office/officeart/2005/8/layout/bList2"/>
    <dgm:cxn modelId="{94B568C7-D48C-4B5F-8A29-0B144FD11510}" type="presOf" srcId="{BC7737B6-B33E-44A3-B522-89C30AB6B535}" destId="{60F239A9-F8BE-4A0B-A437-EF9C86C963BF}" srcOrd="0" destOrd="0" presId="urn:microsoft.com/office/officeart/2005/8/layout/bList2"/>
    <dgm:cxn modelId="{461B6BCB-6C89-4BB2-BAC8-2317029E3155}" srcId="{F94E88F8-F4AF-4C52-8F82-B381DCA068EA}" destId="{FBCDFAE5-893D-466C-A926-7240DD707197}" srcOrd="0" destOrd="0" parTransId="{1EE6319D-4799-4A3A-8D5C-067C204C1C0C}" sibTransId="{EC5A6C59-91A1-46A7-AF06-842F0F1C4151}"/>
    <dgm:cxn modelId="{6CF15CD0-65E6-4C1E-B59F-D1BF4EAD4906}" type="presOf" srcId="{FBCDFAE5-893D-466C-A926-7240DD707197}" destId="{AB5A4804-B9C9-4BAF-9BF7-0AF5A0B02552}" srcOrd="0" destOrd="0" presId="urn:microsoft.com/office/officeart/2005/8/layout/bList2"/>
    <dgm:cxn modelId="{13B944DE-180A-4EBA-AC40-AE8CF47B8C35}" type="presOf" srcId="{2609084D-FC90-4E6A-BD0B-192407867444}" destId="{828CB68E-5912-4D43-B30A-FEBC1F041517}" srcOrd="1" destOrd="0" presId="urn:microsoft.com/office/officeart/2005/8/layout/bList2"/>
    <dgm:cxn modelId="{B926D7E1-4A6B-4AB2-BF08-F3273DB9A3B4}" type="presOf" srcId="{FFBB6B4C-2537-4F95-9AF3-63279AF35651}" destId="{84B35DD0-4804-445B-AEE2-1FA59287348A}" srcOrd="0" destOrd="0" presId="urn:microsoft.com/office/officeart/2005/8/layout/bList2"/>
    <dgm:cxn modelId="{83CB17EE-A8B3-4203-AE59-BF862B3485C8}" type="presOf" srcId="{F2250D08-7C12-44A4-ACCA-51F8FC0050D2}" destId="{6231FED9-AAA1-4FFE-BB2D-06508D19EB8E}" srcOrd="1" destOrd="0" presId="urn:microsoft.com/office/officeart/2005/8/layout/bList2"/>
    <dgm:cxn modelId="{36D2974E-9442-4EBE-81E5-250054170D72}" type="presParOf" srcId="{BCE461D0-E321-46D6-89B8-67C8FB3F4B2A}" destId="{CCF16D48-D27A-4491-8FB5-29F239B1C71C}" srcOrd="0" destOrd="0" presId="urn:microsoft.com/office/officeart/2005/8/layout/bList2"/>
    <dgm:cxn modelId="{8FEF38EC-F46D-4F7D-8A72-D5BC44DA7700}" type="presParOf" srcId="{CCF16D48-D27A-4491-8FB5-29F239B1C71C}" destId="{60F239A9-F8BE-4A0B-A437-EF9C86C963BF}" srcOrd="0" destOrd="0" presId="urn:microsoft.com/office/officeart/2005/8/layout/bList2"/>
    <dgm:cxn modelId="{FA2D58C0-7C69-4F1A-8EC3-EF303650C80D}" type="presParOf" srcId="{CCF16D48-D27A-4491-8FB5-29F239B1C71C}" destId="{5FAC09CB-EF33-4C9F-8C49-FB990357C880}" srcOrd="1" destOrd="0" presId="urn:microsoft.com/office/officeart/2005/8/layout/bList2"/>
    <dgm:cxn modelId="{8BE41D5F-B8CA-43E5-8432-8C0F8EF9BD4D}" type="presParOf" srcId="{CCF16D48-D27A-4491-8FB5-29F239B1C71C}" destId="{DE287428-3D0E-4AB7-AC72-451161C9E85D}" srcOrd="2" destOrd="0" presId="urn:microsoft.com/office/officeart/2005/8/layout/bList2"/>
    <dgm:cxn modelId="{7654E5DC-D14E-451C-BB2E-AA76AE7913FC}" type="presParOf" srcId="{CCF16D48-D27A-4491-8FB5-29F239B1C71C}" destId="{07AD3FCB-D89A-4351-8455-1744C396BFE6}" srcOrd="3" destOrd="0" presId="urn:microsoft.com/office/officeart/2005/8/layout/bList2"/>
    <dgm:cxn modelId="{A8B8E2E0-1D5A-4E7A-840F-B3245515F0A6}" type="presParOf" srcId="{BCE461D0-E321-46D6-89B8-67C8FB3F4B2A}" destId="{84B35DD0-4804-445B-AEE2-1FA59287348A}" srcOrd="1" destOrd="0" presId="urn:microsoft.com/office/officeart/2005/8/layout/bList2"/>
    <dgm:cxn modelId="{DC748830-115E-4352-94B8-03047D4D4E81}" type="presParOf" srcId="{BCE461D0-E321-46D6-89B8-67C8FB3F4B2A}" destId="{3676CE6F-B5A3-4403-9994-55BAC65E0E30}" srcOrd="2" destOrd="0" presId="urn:microsoft.com/office/officeart/2005/8/layout/bList2"/>
    <dgm:cxn modelId="{B924C513-13C8-458B-88C4-92A27334FA73}" type="presParOf" srcId="{3676CE6F-B5A3-4403-9994-55BAC65E0E30}" destId="{AFB044F4-AA2F-49D0-8818-907978AE5076}" srcOrd="0" destOrd="0" presId="urn:microsoft.com/office/officeart/2005/8/layout/bList2"/>
    <dgm:cxn modelId="{33D94824-0F52-49C4-9E4F-50DA7CAAD89C}" type="presParOf" srcId="{3676CE6F-B5A3-4403-9994-55BAC65E0E30}" destId="{B695345E-4E91-453E-AA6E-353CAFC3BB14}" srcOrd="1" destOrd="0" presId="urn:microsoft.com/office/officeart/2005/8/layout/bList2"/>
    <dgm:cxn modelId="{EEB347E6-7E98-425A-BCAF-CA1C1723668C}" type="presParOf" srcId="{3676CE6F-B5A3-4403-9994-55BAC65E0E30}" destId="{828CB68E-5912-4D43-B30A-FEBC1F041517}" srcOrd="2" destOrd="0" presId="urn:microsoft.com/office/officeart/2005/8/layout/bList2"/>
    <dgm:cxn modelId="{630D6B8F-C41F-4283-A2C9-AD06471E33F4}" type="presParOf" srcId="{3676CE6F-B5A3-4403-9994-55BAC65E0E30}" destId="{B44B3A5B-2902-44E5-9C9E-0461361082A4}" srcOrd="3" destOrd="0" presId="urn:microsoft.com/office/officeart/2005/8/layout/bList2"/>
    <dgm:cxn modelId="{2CB6B6AB-E100-4638-85F3-AB1BE1E0CC4E}" type="presParOf" srcId="{BCE461D0-E321-46D6-89B8-67C8FB3F4B2A}" destId="{E0263E16-672C-4956-B0D7-ADD1C92C5EDA}" srcOrd="3" destOrd="0" presId="urn:microsoft.com/office/officeart/2005/8/layout/bList2"/>
    <dgm:cxn modelId="{C4A774DE-6439-4B24-8975-C49144E20E56}" type="presParOf" srcId="{BCE461D0-E321-46D6-89B8-67C8FB3F4B2A}" destId="{EC27C715-9855-46AF-9890-9D5485A735E1}" srcOrd="4" destOrd="0" presId="urn:microsoft.com/office/officeart/2005/8/layout/bList2"/>
    <dgm:cxn modelId="{15993F5A-D9F9-44C4-A14A-75D14E86E9FE}" type="presParOf" srcId="{EC27C715-9855-46AF-9890-9D5485A735E1}" destId="{AB5A4804-B9C9-4BAF-9BF7-0AF5A0B02552}" srcOrd="0" destOrd="0" presId="urn:microsoft.com/office/officeart/2005/8/layout/bList2"/>
    <dgm:cxn modelId="{AD5834F9-1E8E-4DBA-9456-DD5FAE672E36}" type="presParOf" srcId="{EC27C715-9855-46AF-9890-9D5485A735E1}" destId="{701A6F3A-5684-4BA2-B03C-3E071F405682}" srcOrd="1" destOrd="0" presId="urn:microsoft.com/office/officeart/2005/8/layout/bList2"/>
    <dgm:cxn modelId="{7F2C7CD7-117B-44EF-98DF-91BAE3E94574}" type="presParOf" srcId="{EC27C715-9855-46AF-9890-9D5485A735E1}" destId="{3A7A5ED6-AEC4-4106-B477-E3DB474F7C5C}" srcOrd="2" destOrd="0" presId="urn:microsoft.com/office/officeart/2005/8/layout/bList2"/>
    <dgm:cxn modelId="{FACC911A-E359-4FA5-85CB-604B72BB37A0}" type="presParOf" srcId="{EC27C715-9855-46AF-9890-9D5485A735E1}" destId="{E0588BB9-AD2D-4CE0-97D1-4338C2923553}" srcOrd="3" destOrd="0" presId="urn:microsoft.com/office/officeart/2005/8/layout/bList2"/>
    <dgm:cxn modelId="{3C2E30C3-9B8E-4441-A618-42C55DD4680E}" type="presParOf" srcId="{BCE461D0-E321-46D6-89B8-67C8FB3F4B2A}" destId="{84668C43-3468-421B-A8BA-46E07E1A426E}" srcOrd="5" destOrd="0" presId="urn:microsoft.com/office/officeart/2005/8/layout/bList2"/>
    <dgm:cxn modelId="{6157184E-AAF9-43FA-8BA8-3220724AC9A2}" type="presParOf" srcId="{BCE461D0-E321-46D6-89B8-67C8FB3F4B2A}" destId="{BB888A27-8955-48C6-90DE-33238BE34A46}" srcOrd="6" destOrd="0" presId="urn:microsoft.com/office/officeart/2005/8/layout/bList2"/>
    <dgm:cxn modelId="{DEF069B6-1106-485B-AFE9-2C297A681FB7}" type="presParOf" srcId="{BB888A27-8955-48C6-90DE-33238BE34A46}" destId="{85358F66-608B-40D9-9981-AF3107735E92}" srcOrd="0" destOrd="0" presId="urn:microsoft.com/office/officeart/2005/8/layout/bList2"/>
    <dgm:cxn modelId="{36EA2042-EE58-474B-AF7F-60C6F852397D}" type="presParOf" srcId="{BB888A27-8955-48C6-90DE-33238BE34A46}" destId="{BFCD5397-2ACE-4DDE-86EC-DC8858714690}" srcOrd="1" destOrd="0" presId="urn:microsoft.com/office/officeart/2005/8/layout/bList2"/>
    <dgm:cxn modelId="{5FF446B5-2D44-4B5A-BC80-7ABCEC549E12}" type="presParOf" srcId="{BB888A27-8955-48C6-90DE-33238BE34A46}" destId="{6231FED9-AAA1-4FFE-BB2D-06508D19EB8E}" srcOrd="2" destOrd="0" presId="urn:microsoft.com/office/officeart/2005/8/layout/bList2"/>
    <dgm:cxn modelId="{C16B2213-A91E-475D-8415-6A86F61003DA}" type="presParOf" srcId="{BB888A27-8955-48C6-90DE-33238BE34A46}" destId="{FB9E3852-7769-445F-9017-B351FCFF5F48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C5C025-C835-42BB-9E40-2FE4C0CAD7BF}" type="doc">
      <dgm:prSet loTypeId="urn:microsoft.com/office/officeart/2005/8/layout/process3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4EFB0342-72D9-4137-94B6-D28FC4418747}">
      <dgm:prSet phldrT="[Text]" phldr="0" custT="1"/>
      <dgm:spPr/>
      <dgm:t>
        <a:bodyPr/>
        <a:lstStyle/>
        <a:p>
          <a:r>
            <a:rPr lang="en-US" sz="2000" dirty="0"/>
            <a:t>UHC dynamics</a:t>
          </a:r>
        </a:p>
        <a:p>
          <a:endParaRPr lang="en-US" sz="1000" dirty="0"/>
        </a:p>
      </dgm:t>
    </dgm:pt>
    <dgm:pt modelId="{072C78C7-8578-4257-819E-C6CD812B7A23}" type="parTrans" cxnId="{C1D05151-60E4-46C2-A5B7-39321DF7F2EE}">
      <dgm:prSet/>
      <dgm:spPr/>
      <dgm:t>
        <a:bodyPr/>
        <a:lstStyle/>
        <a:p>
          <a:endParaRPr lang="en-US"/>
        </a:p>
      </dgm:t>
    </dgm:pt>
    <dgm:pt modelId="{9F04ABB2-3620-4818-AC04-4CB0DFB55BA8}" type="sibTrans" cxnId="{C1D05151-60E4-46C2-A5B7-39321DF7F2EE}">
      <dgm:prSet/>
      <dgm:spPr/>
      <dgm:t>
        <a:bodyPr/>
        <a:lstStyle/>
        <a:p>
          <a:endParaRPr lang="en-US"/>
        </a:p>
      </dgm:t>
    </dgm:pt>
    <dgm:pt modelId="{EF7D0D78-25FC-4A9B-84B4-1F028B6DAE30}">
      <dgm:prSet phldrT="[Text]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</dgm:t>
    </dgm:pt>
    <dgm:pt modelId="{C46827D1-1681-449C-A588-3814AE0930A3}" type="parTrans" cxnId="{51E424D2-45F0-4743-9C33-81F293D1F64B}">
      <dgm:prSet/>
      <dgm:spPr/>
      <dgm:t>
        <a:bodyPr/>
        <a:lstStyle/>
        <a:p>
          <a:endParaRPr lang="en-US"/>
        </a:p>
      </dgm:t>
    </dgm:pt>
    <dgm:pt modelId="{991C3FE0-AB70-4FB6-8ADA-512886D1BDB3}" type="sibTrans" cxnId="{51E424D2-45F0-4743-9C33-81F293D1F64B}">
      <dgm:prSet/>
      <dgm:spPr/>
      <dgm:t>
        <a:bodyPr/>
        <a:lstStyle/>
        <a:p>
          <a:endParaRPr lang="en-US"/>
        </a:p>
      </dgm:t>
    </dgm:pt>
    <dgm:pt modelId="{E40A54DA-BD47-41FB-A29F-D8AE1FBF2191}">
      <dgm:prSet phldrT="[Text]" phldr="0" custT="1"/>
      <dgm:spPr/>
      <dgm:t>
        <a:bodyPr/>
        <a:lstStyle/>
        <a:p>
          <a:r>
            <a:rPr lang="en-US" sz="2000" dirty="0"/>
            <a:t>DALY’s equation</a:t>
          </a:r>
        </a:p>
      </dgm:t>
    </dgm:pt>
    <dgm:pt modelId="{84308B7C-8317-4FB7-9DB6-4DE3A1F3AC4F}" type="parTrans" cxnId="{2E67B327-5ECF-43FA-878C-9F448171047C}">
      <dgm:prSet/>
      <dgm:spPr/>
      <dgm:t>
        <a:bodyPr/>
        <a:lstStyle/>
        <a:p>
          <a:endParaRPr lang="en-US"/>
        </a:p>
      </dgm:t>
    </dgm:pt>
    <dgm:pt modelId="{E8ADF1B6-C4D1-4B52-B409-68763DC24216}" type="sibTrans" cxnId="{2E67B327-5ECF-43FA-878C-9F448171047C}">
      <dgm:prSet/>
      <dgm:spPr/>
      <dgm:t>
        <a:bodyPr/>
        <a:lstStyle/>
        <a:p>
          <a:endParaRPr lang="en-US"/>
        </a:p>
      </dgm:t>
    </dgm:pt>
    <dgm:pt modelId="{9B8E0B68-E8F7-4917-ACDC-905D2D8FF396}">
      <dgm:prSet phldrT="[Text]"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400" kern="1200" dirty="0"/>
        </a:p>
      </dgm:t>
    </dgm:pt>
    <dgm:pt modelId="{16B20267-DB7C-4358-801F-CC97130806B8}" type="parTrans" cxnId="{17EC82BE-9F73-4B38-93A4-6AF9692E78E0}">
      <dgm:prSet/>
      <dgm:spPr/>
      <dgm:t>
        <a:bodyPr/>
        <a:lstStyle/>
        <a:p>
          <a:endParaRPr lang="en-US"/>
        </a:p>
      </dgm:t>
    </dgm:pt>
    <dgm:pt modelId="{5EA23767-322C-4A06-BCE9-BA7A12D03083}" type="sibTrans" cxnId="{17EC82BE-9F73-4B38-93A4-6AF9692E78E0}">
      <dgm:prSet/>
      <dgm:spPr/>
      <dgm:t>
        <a:bodyPr/>
        <a:lstStyle/>
        <a:p>
          <a:endParaRPr lang="en-US"/>
        </a:p>
      </dgm:t>
    </dgm:pt>
    <dgm:pt modelId="{62326FAB-F23B-4D1B-9DF6-9B21133F7E1F}">
      <dgm:prSet custT="1"/>
      <dgm:spPr/>
      <dgm:t>
        <a:bodyPr/>
        <a:lstStyle/>
        <a:p>
          <a:r>
            <a:rPr lang="en-US" sz="2000" dirty="0"/>
            <a:t>Productivity equation</a:t>
          </a:r>
        </a:p>
      </dgm:t>
    </dgm:pt>
    <dgm:pt modelId="{59CFCF56-5B72-495A-B709-16F72FBFFA8A}" type="parTrans" cxnId="{5BE675D3-AB6D-4D13-A4A1-4D4D274871A9}">
      <dgm:prSet/>
      <dgm:spPr/>
      <dgm:t>
        <a:bodyPr/>
        <a:lstStyle/>
        <a:p>
          <a:endParaRPr lang="en-US"/>
        </a:p>
      </dgm:t>
    </dgm:pt>
    <dgm:pt modelId="{4BDD62D7-0C6D-4EE9-8779-60DEAED8BA5E}" type="sibTrans" cxnId="{5BE675D3-AB6D-4D13-A4A1-4D4D274871A9}">
      <dgm:prSet/>
      <dgm:spPr/>
      <dgm:t>
        <a:bodyPr/>
        <a:lstStyle/>
        <a:p>
          <a:endParaRPr lang="en-US"/>
        </a:p>
      </dgm:t>
    </dgm:pt>
    <dgm:pt modelId="{A5A05C85-1E7F-4C8E-919F-C436B91920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000" dirty="0"/>
        </a:p>
      </dgm:t>
    </dgm:pt>
    <dgm:pt modelId="{E7A4933C-3096-4AE4-8CA2-4F9D8FB587A9}" type="parTrans" cxnId="{4EECB755-45B1-4CA6-9C71-DAC29260422E}">
      <dgm:prSet/>
      <dgm:spPr/>
      <dgm:t>
        <a:bodyPr/>
        <a:lstStyle/>
        <a:p>
          <a:endParaRPr lang="en-US"/>
        </a:p>
      </dgm:t>
    </dgm:pt>
    <dgm:pt modelId="{4889C2AA-D5B3-4335-9BC6-C57EA5D43697}" type="sibTrans" cxnId="{4EECB755-45B1-4CA6-9C71-DAC29260422E}">
      <dgm:prSet/>
      <dgm:spPr/>
      <dgm:t>
        <a:bodyPr/>
        <a:lstStyle/>
        <a:p>
          <a:endParaRPr lang="en-US"/>
        </a:p>
      </dgm:t>
    </dgm:pt>
    <dgm:pt modelId="{CFC251A7-5E8D-4778-A70B-6BD515E7967E}">
      <dgm:prSet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Model:</a:t>
          </a:r>
        </a:p>
      </dgm:t>
    </dgm:pt>
    <dgm:pt modelId="{88369D19-8A5A-48FF-ABDD-032086136295}" type="parTrans" cxnId="{6FBC4270-E926-45DE-A782-1004FAA9116B}">
      <dgm:prSet/>
      <dgm:spPr/>
      <dgm:t>
        <a:bodyPr/>
        <a:lstStyle/>
        <a:p>
          <a:endParaRPr lang="en-US"/>
        </a:p>
      </dgm:t>
    </dgm:pt>
    <dgm:pt modelId="{9E30CCD7-AA2C-44F0-962A-1A50B0D45A99}" type="sibTrans" cxnId="{6FBC4270-E926-45DE-A782-1004FAA9116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2B2CF09-3B89-44D5-8C9B-A0E75FA3C286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𝑈𝐻</m:t>
                    </m:r>
                    <m:sSub>
                      <m:sSub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kern="12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𝑈𝐻</m:t>
                    </m:r>
                    <m:sSub>
                      <m:sSub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kern="12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​,</m:t>
                    </m:r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𝐷𝑜𝑐𝑡𝑜𝑟</m:t>
                    </m:r>
                    <m:sSub>
                      <m:sSub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kern="1200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𝑁𝑢𝑟𝑠𝑒</m:t>
                    </m:r>
                    <m:sSub>
                      <m:sSub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kern="1200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𝐺𝐷</m:t>
                    </m:r>
                    <m:sSub>
                      <m:sSub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kern="1200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en-US" sz="1000" kern="1200" dirty="0"/>
            </a:p>
          </dgm:t>
        </dgm:pt>
      </mc:Choice>
      <mc:Fallback xmlns="">
        <dgm:pt modelId="{72B2CF09-3B89-44D5-8C9B-A0E75FA3C286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000" i="0" kern="1200" dirty="0">
                  <a:latin typeface="Cambria Math" panose="02040503050406030204" pitchFamily="18" charset="0"/>
                </a:rPr>
                <a:t>𝑈𝐻𝐶</a:t>
              </a:r>
              <a:r>
                <a:rPr lang="en-US" sz="1000" b="0" i="0" kern="1200" dirty="0">
                  <a:latin typeface="Cambria Math" panose="02040503050406030204" pitchFamily="18" charset="0"/>
                </a:rPr>
                <a:t>_𝑡 </a:t>
              </a:r>
              <a:r>
                <a:rPr lang="en-US" sz="1000" i="0" kern="1200" dirty="0">
                  <a:latin typeface="Cambria Math" panose="02040503050406030204" pitchFamily="18" charset="0"/>
                </a:rPr>
                <a:t>​=𝑓(𝑈𝐻𝐶</a:t>
              </a:r>
              <a:r>
                <a:rPr lang="en-US" sz="1000" b="0" i="0" kern="1200" dirty="0">
                  <a:latin typeface="Cambria Math" panose="02040503050406030204" pitchFamily="18" charset="0"/>
                </a:rPr>
                <a:t>_(𝑡−1) </a:t>
              </a:r>
              <a:r>
                <a:rPr lang="en-US" sz="1000" i="0" kern="1200" dirty="0">
                  <a:latin typeface="Cambria Math" panose="02040503050406030204" pitchFamily="18" charset="0"/>
                </a:rPr>
                <a:t>​,</a:t>
              </a:r>
              <a:r>
                <a:rPr lang="en-US" sz="1000" i="0" kern="1200" dirty="0" err="1">
                  <a:latin typeface="Cambria Math" panose="02040503050406030204" pitchFamily="18" charset="0"/>
                </a:rPr>
                <a:t>𝐷𝑜𝑐𝑡𝑜𝑟𝑠</a:t>
              </a:r>
              <a:r>
                <a:rPr lang="en-US" sz="1000" b="0" i="0" kern="1200" dirty="0">
                  <a:latin typeface="Cambria Math" panose="02040503050406030204" pitchFamily="18" charset="0"/>
                </a:rPr>
                <a:t>_𝑡</a:t>
              </a:r>
              <a:r>
                <a:rPr lang="en-US" sz="1000" i="0" kern="1200" dirty="0" err="1">
                  <a:latin typeface="Cambria Math" panose="02040503050406030204" pitchFamily="18" charset="0"/>
                </a:rPr>
                <a:t>,𝑁𝑢𝑟𝑠𝑒𝑠</a:t>
              </a:r>
              <a:r>
                <a:rPr lang="en-US" sz="1000" b="0" i="0" kern="1200" dirty="0">
                  <a:latin typeface="Cambria Math" panose="02040503050406030204" pitchFamily="18" charset="0"/>
                </a:rPr>
                <a:t>_𝑡</a:t>
              </a:r>
              <a:r>
                <a:rPr lang="en-US" sz="1000" i="0" kern="1200" dirty="0" err="1">
                  <a:latin typeface="Cambria Math" panose="02040503050406030204" pitchFamily="18" charset="0"/>
                </a:rPr>
                <a:t>,𝐺𝐷𝑃</a:t>
              </a:r>
              <a:r>
                <a:rPr lang="en-US" sz="1000" b="0" i="0" kern="1200" dirty="0">
                  <a:latin typeface="Cambria Math" panose="02040503050406030204" pitchFamily="18" charset="0"/>
                </a:rPr>
                <a:t>_𝑡</a:t>
              </a:r>
              <a:r>
                <a:rPr lang="en-US" sz="1000" i="0" kern="1200" dirty="0">
                  <a:latin typeface="Cambria Math" panose="02040503050406030204" pitchFamily="18" charset="0"/>
                </a:rPr>
                <a:t>)</a:t>
              </a:r>
            </a:p>
          </dgm:t>
        </dgm:pt>
      </mc:Fallback>
    </mc:AlternateContent>
    <dgm:pt modelId="{416D066C-AA96-4D37-BEC3-17B76048DEB3}" type="parTrans" cxnId="{110EB647-EB6E-4578-8D1E-13A6C3EC1F0E}">
      <dgm:prSet/>
      <dgm:spPr/>
      <dgm:t>
        <a:bodyPr/>
        <a:lstStyle/>
        <a:p>
          <a:endParaRPr lang="en-US"/>
        </a:p>
      </dgm:t>
    </dgm:pt>
    <dgm:pt modelId="{4C0A8C98-1FA9-4186-87D3-32142F36E335}" type="sibTrans" cxnId="{110EB647-EB6E-4578-8D1E-13A6C3EC1F0E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1108AC4-DEDA-4F53-AD82-1D370934CBB5}">
          <dgm:prSet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600" b="1" kern="1200" dirty="0"/>
                <a:t>Estimates</a:t>
              </a:r>
              <a:endParaRPr dirty="0"/>
            </a:p>
          </dgm:t>
        </dgm:pt>
      </mc:Choice>
      <mc:Fallback xmlns="">
        <dgm:pt modelId="{A1108AC4-DEDA-4F53-AD82-1D370934CBB5}">
          <dgm:prSet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 xmlns:a14="http://schemas.microsoft.com/office/drawing/2010/main"/>
            </a:p>
          </dgm:t>
        </dgm:pt>
      </mc:Fallback>
    </mc:AlternateContent>
    <dgm:pt modelId="{4D480B5A-5F53-449A-81A2-AF3988545DE9}" type="parTrans" cxnId="{AF92EEA5-BB3D-4ACE-B9E6-4654E2E862C4}">
      <dgm:prSet/>
      <dgm:spPr/>
      <dgm:t>
        <a:bodyPr/>
        <a:lstStyle/>
        <a:p>
          <a:endParaRPr lang="en-US"/>
        </a:p>
      </dgm:t>
    </dgm:pt>
    <dgm:pt modelId="{C93F680D-F204-4DEC-A8D9-D09CC3A48762}" type="sibTrans" cxnId="{AF92EEA5-BB3D-4ACE-B9E6-4654E2E862C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3435FDE-A328-4105-98CC-F84F12949A63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𝑙𝑎𝑔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𝑈𝐻𝐶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=0.962 (&lt;0.001)</m:t>
                    </m:r>
                  </m:oMath>
                </m:oMathPara>
              </a14:m>
              <a:endParaRPr lang="en-US" sz="1000" b="0" kern="1200" dirty="0"/>
            </a:p>
          </dgm:t>
        </dgm:pt>
      </mc:Choice>
      <mc:Fallback xmlns="">
        <dgm:pt modelId="{83435FDE-A328-4105-98CC-F84F12949A63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000" b="0" i="0" kern="1200" dirty="0">
                  <a:latin typeface="Cambria Math" panose="02040503050406030204" pitchFamily="18" charset="0"/>
                </a:rPr>
                <a:t>𝑙𝑎𝑔 𝑈𝐻𝐶=0.962 (&lt;0.001)</a:t>
              </a:r>
              <a14:m xmlns:a14="http://schemas.microsoft.com/office/drawing/2010/main"/>
            </a:p>
          </dgm:t>
        </dgm:pt>
      </mc:Fallback>
    </mc:AlternateContent>
    <dgm:pt modelId="{1CF1A723-8F78-46C4-8991-F444824A0191}" type="parTrans" cxnId="{572479D7-EF4C-4C28-842B-012430B88472}">
      <dgm:prSet/>
      <dgm:spPr/>
      <dgm:t>
        <a:bodyPr/>
        <a:lstStyle/>
        <a:p>
          <a:endParaRPr lang="en-US"/>
        </a:p>
      </dgm:t>
    </dgm:pt>
    <dgm:pt modelId="{DBE7B4AC-0009-4917-AC77-F58D84338E70}" type="sibTrans" cxnId="{572479D7-EF4C-4C28-842B-012430B8847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3136625-90A2-4840-A585-D6955579782E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𝐷𝑜𝑐𝑡𝑜𝑟𝑠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=0.030 (0.413)</m:t>
                    </m:r>
                  </m:oMath>
                </m:oMathPara>
              </a14:m>
              <a:endParaRPr lang="en-US" sz="1000" b="0" kern="1200" dirty="0"/>
            </a:p>
          </dgm:t>
        </dgm:pt>
      </mc:Choice>
      <mc:Fallback xmlns="">
        <dgm:pt modelId="{33136625-90A2-4840-A585-D6955579782E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000" b="0" i="0" kern="1200" dirty="0">
                  <a:latin typeface="Cambria Math" panose="02040503050406030204" pitchFamily="18" charset="0"/>
                </a:rPr>
                <a:t>𝐷𝑜𝑐𝑡𝑜𝑟𝑠=0.030 (0.413)</a:t>
              </a:r>
              <a14:m xmlns:a14="http://schemas.microsoft.com/office/drawing/2010/main"/>
            </a:p>
          </dgm:t>
        </dgm:pt>
      </mc:Fallback>
    </mc:AlternateContent>
    <dgm:pt modelId="{6CDA07E0-5C51-4D97-8D8B-F168F2BE72E3}" type="parTrans" cxnId="{2C261409-252F-429F-B720-EBE75956219B}">
      <dgm:prSet/>
      <dgm:spPr/>
      <dgm:t>
        <a:bodyPr/>
        <a:lstStyle/>
        <a:p>
          <a:endParaRPr lang="en-US"/>
        </a:p>
      </dgm:t>
    </dgm:pt>
    <dgm:pt modelId="{8FAAB196-DF53-4951-835F-58E6EFC5A8D1}" type="sibTrans" cxnId="{2C261409-252F-429F-B720-EBE75956219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949A6D7-C4BC-4BBA-8550-CE166C85D5B2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𝑁𝑢𝑟𝑠𝑖𝑛𝑔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𝑚𝑖𝑑𝑤𝑖𝑓𝑒𝑟𝑦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0.031</m:t>
                        </m:r>
                      </m:e>
                      <m:sup>
                        <m:r>
                          <a:rPr lang="en-US" sz="1000" b="0" i="1" kern="120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 (0.04)</m:t>
                    </m:r>
                  </m:oMath>
                </m:oMathPara>
              </a14:m>
              <a:endParaRPr lang="en-US" sz="1000" b="0" kern="1200" dirty="0"/>
            </a:p>
          </dgm:t>
        </dgm:pt>
      </mc:Choice>
      <mc:Fallback xmlns="">
        <dgm:pt modelId="{B949A6D7-C4BC-4BBA-8550-CE166C85D5B2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000" b="0" i="0" kern="1200" dirty="0">
                  <a:latin typeface="Cambria Math" panose="02040503050406030204" pitchFamily="18" charset="0"/>
                </a:rPr>
                <a:t>𝑁𝑢𝑟𝑠𝑖𝑛𝑔 &amp; 𝑚𝑖𝑑𝑤𝑖𝑓𝑒𝑟𝑦 =〖0.031〗^∗  (0.04</a:t>
              </a:r>
              <a14:m xmlns:a14="http://schemas.microsoft.com/office/drawing/2010/main"/>
            </a:p>
          </dgm:t>
        </dgm:pt>
      </mc:Fallback>
    </mc:AlternateContent>
    <dgm:pt modelId="{D77C9221-CFC3-4BC9-A904-CFA65954DEB6}" type="parTrans" cxnId="{87CAD89E-D2D2-491D-AB5F-A12FDBD41EE8}">
      <dgm:prSet/>
      <dgm:spPr/>
      <dgm:t>
        <a:bodyPr/>
        <a:lstStyle/>
        <a:p>
          <a:endParaRPr lang="en-US"/>
        </a:p>
      </dgm:t>
    </dgm:pt>
    <dgm:pt modelId="{81859DCB-A5DF-485C-A9AB-167BE3FA801A}" type="sibTrans" cxnId="{87CAD89E-D2D2-491D-AB5F-A12FDBD41EE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57986BA-BE75-4388-8F8C-D2E53B151ABA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𝐺𝐷𝑃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=−0.080(0.70)</m:t>
                    </m:r>
                  </m:oMath>
                </m:oMathPara>
              </a14:m>
              <a:endParaRPr lang="en-US" sz="1000" b="0" kern="1200" dirty="0"/>
            </a:p>
          </dgm:t>
        </dgm:pt>
      </mc:Choice>
      <mc:Fallback xmlns="">
        <dgm:pt modelId="{757986BA-BE75-4388-8F8C-D2E53B151ABA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000" b="0" i="0" kern="1200" dirty="0">
                  <a:latin typeface="Cambria Math" panose="02040503050406030204" pitchFamily="18" charset="0"/>
                </a:rPr>
                <a:t>𝐺𝐷𝑃=−0.080(0.70)</a:t>
              </a:r>
              <a14:m xmlns:a14="http://schemas.microsoft.com/office/drawing/2010/main"/>
            </a:p>
          </dgm:t>
        </dgm:pt>
      </mc:Fallback>
    </mc:AlternateContent>
    <dgm:pt modelId="{A8B78429-26C5-4E19-8B75-2089614D9976}" type="parTrans" cxnId="{92DA2E54-DD1A-4B03-BC5D-3DDB9A2E2B7F}">
      <dgm:prSet/>
      <dgm:spPr/>
      <dgm:t>
        <a:bodyPr/>
        <a:lstStyle/>
        <a:p>
          <a:endParaRPr lang="en-US"/>
        </a:p>
      </dgm:t>
    </dgm:pt>
    <dgm:pt modelId="{25F386FA-D01E-48CE-8DF0-98750347F6EF}" type="sibTrans" cxnId="{92DA2E54-DD1A-4B03-BC5D-3DDB9A2E2B7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2B2327D-FA23-4EC7-B461-6948C6FAA5CD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endParaRPr/>
            </a:p>
          </dgm:t>
        </dgm:pt>
      </mc:Choice>
      <mc:Fallback xmlns="">
        <dgm:pt modelId="{92B2327D-FA23-4EC7-B461-6948C6FAA5CD}">
          <dgm:prSet custT="1"/>
          <dgm:spPr/>
          <dgm:t>
            <a:bodyPr/>
            <a:lstStyle/>
            <a:p>
              <a:pPr marL="57150" lvl="1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 xmlns:a14="http://schemas.microsoft.com/office/drawing/2010/main"/>
            </a:p>
          </dgm:t>
        </dgm:pt>
      </mc:Fallback>
    </mc:AlternateContent>
    <dgm:pt modelId="{7239DF79-5823-4885-94A6-F91988D0A139}" type="parTrans" cxnId="{F49DF323-8F66-429B-B092-E3E0AA3FFBB6}">
      <dgm:prSet/>
      <dgm:spPr/>
      <dgm:t>
        <a:bodyPr/>
        <a:lstStyle/>
        <a:p>
          <a:endParaRPr lang="en-US"/>
        </a:p>
      </dgm:t>
    </dgm:pt>
    <dgm:pt modelId="{419A1E44-D0C7-4004-BD2D-69D64D3C9BEC}" type="sibTrans" cxnId="{F49DF323-8F66-429B-B092-E3E0AA3FFBB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265C081-3E52-4BF5-A69B-CFA6E1A310EB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1200" i="0" kern="1200" dirty="0">
                  <a:latin typeface="Cambria Math" panose="02040503050406030204" pitchFamily="18" charset="0"/>
                </a:rPr>
                <a:t>UHC changes slowly over time.
Expansion of nursing workforce significantly improves service coverage.
Doctors appear less influential in short-run UHC expansion</a:t>
              </a:r>
            </a:p>
          </dgm:t>
        </dgm:pt>
      </mc:Choice>
      <mc:Fallback xmlns="">
        <dgm:pt modelId="{3265C081-3E52-4BF5-A69B-CFA6E1A310EB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1200" i="0" kern="1200" dirty="0">
                  <a:latin typeface="Cambria Math" panose="02040503050406030204" pitchFamily="18" charset="0"/>
                </a:rPr>
                <a:t>UHC changes slowly over time.
Expansion of nursing workforce significantly improves service coverage.
Doctors appear less influential in short-run UHC expansion</a:t>
              </a:r>
              <a14:m xmlns:a14="http://schemas.microsoft.com/office/drawing/2010/main"/>
            </a:p>
          </dgm:t>
        </dgm:pt>
      </mc:Fallback>
    </mc:AlternateContent>
    <dgm:pt modelId="{149D8988-C1D9-4BFC-9608-3D09980E0228}" type="parTrans" cxnId="{825FC495-7BC0-40C1-A48B-E09159F00029}">
      <dgm:prSet/>
      <dgm:spPr/>
      <dgm:t>
        <a:bodyPr/>
        <a:lstStyle/>
        <a:p>
          <a:endParaRPr lang="en-US"/>
        </a:p>
      </dgm:t>
    </dgm:pt>
    <dgm:pt modelId="{1A2F79BF-473B-4135-94FF-B0940AC2246E}" type="sibTrans" cxnId="{825FC495-7BC0-40C1-A48B-E09159F0002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C426AF5-E941-4B3E-B9EB-7D5881CF8A91}">
          <dgm:prSet custT="1"/>
          <dgm:spPr/>
          <dgm:t>
            <a:bodyPr/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ptos" panose="02110004020202020204"/>
                  <a:ea typeface="+mn-ea"/>
                  <a:cs typeface="+mn-cs"/>
                </a:rPr>
                <a:t>Interpretation:</a:t>
              </a:r>
            </a:p>
          </dgm:t>
        </dgm:pt>
      </mc:Choice>
      <mc:Fallback xmlns="">
        <dgm:pt modelId="{FC426AF5-E941-4B3E-B9EB-7D5881CF8A91}">
          <dgm:prSet custT="1"/>
          <dgm:spPr/>
          <dgm:t>
            <a:bodyPr/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600" b="1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Aptos" panose="02110004020202020204"/>
                  <a:ea typeface="+mn-ea"/>
                  <a:cs typeface="+mn-cs"/>
                </a:rPr>
                <a:t>Interpretation:</a:t>
              </a:r>
              <a14:m xmlns:a14="http://schemas.microsoft.com/office/drawing/2010/main"/>
            </a:p>
          </dgm:t>
        </dgm:pt>
      </mc:Fallback>
    </mc:AlternateContent>
    <dgm:pt modelId="{AF12266D-BC74-42C0-96F3-7617C40F2177}" type="parTrans" cxnId="{9B33B98C-C83F-4A45-9E55-7C39F4921733}">
      <dgm:prSet/>
      <dgm:spPr/>
      <dgm:t>
        <a:bodyPr/>
        <a:lstStyle/>
        <a:p>
          <a:endParaRPr lang="en-US"/>
        </a:p>
      </dgm:t>
    </dgm:pt>
    <dgm:pt modelId="{C4670258-BCDA-4F7A-BFE3-E0572F70D66C}" type="sibTrans" cxnId="{9B33B98C-C83F-4A45-9E55-7C39F4921733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FAD9A23-AA22-45FE-BF68-E688DCFA759D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m:rPr>
                      <m:sty m:val="p"/>
                    </m:rPr>
                    <a:rPr lang="en-US" sz="1200" b="0" i="0" kern="1200" dirty="0" smtClean="0">
                      <a:latin typeface="Cambria Math" panose="02040503050406030204" pitchFamily="18" charset="0"/>
                    </a:rPr>
                    <m:t>GDP</m:t>
                  </m:r>
                  <m:r>
                    <a:rPr lang="en-US" sz="1200" b="0" i="0" kern="1200" dirty="0" smtClean="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sz="1200" b="0" i="0" kern="1200" dirty="0" smtClean="0">
                      <a:latin typeface="Cambria Math" panose="02040503050406030204" pitchFamily="18" charset="0"/>
                    </a:rPr>
                    <m:t>not</m:t>
                  </m:r>
                  <m:r>
                    <a:rPr lang="en-US" sz="1200" b="0" i="0" kern="1200" dirty="0" smtClean="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sz="1200" b="0" i="0" kern="1200" dirty="0" smtClean="0">
                      <a:latin typeface="Cambria Math" panose="02040503050406030204" pitchFamily="18" charset="0"/>
                    </a:rPr>
                    <m:t>directly</m:t>
                  </m:r>
                  <m:r>
                    <a:rPr lang="en-US" sz="1200" b="0" i="0" kern="1200" dirty="0" smtClean="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sz="1200" b="0" i="0" kern="1200" dirty="0" smtClean="0">
                      <a:latin typeface="Cambria Math" panose="02040503050406030204" pitchFamily="18" charset="0"/>
                    </a:rPr>
                    <m:t>driving</m:t>
                  </m:r>
                  <m:r>
                    <a:rPr lang="en-US" sz="1200" b="0" i="0" kern="1200" dirty="0" smtClean="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sz="1200" b="0" i="0" kern="1200" dirty="0" smtClean="0">
                      <a:latin typeface="Cambria Math" panose="02040503050406030204" pitchFamily="18" charset="0"/>
                    </a:rPr>
                    <m:t>UHC</m:t>
                  </m:r>
                </m:oMath>
              </a14:m>
              <a:endParaRPr lang="en-US" sz="1200" b="0" kern="1200" dirty="0"/>
            </a:p>
          </dgm:t>
        </dgm:pt>
      </mc:Choice>
      <mc:Fallback xmlns="">
        <dgm:pt modelId="{1FAD9A23-AA22-45FE-BF68-E688DCFA759D}">
          <dgm:prSet custT="1"/>
          <dgm:spPr/>
          <dgm:t>
            <a:bodyPr/>
            <a:lstStyle/>
            <a:p>
              <a:pPr marL="57150" lvl="1" indent="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1200" b="0" i="0" kern="1200" dirty="0">
                  <a:latin typeface="Cambria Math" panose="02040503050406030204" pitchFamily="18" charset="0"/>
                </a:rPr>
                <a:t>GDP not directly driving UHC</a:t>
              </a:r>
              <a14:m xmlns:a14="http://schemas.microsoft.com/office/drawing/2010/main"/>
            </a:p>
          </dgm:t>
        </dgm:pt>
      </mc:Fallback>
    </mc:AlternateContent>
    <dgm:pt modelId="{964E9FEA-6874-4FB7-BF11-39C2999BBE64}" type="parTrans" cxnId="{43F1C66F-613F-4D09-A1F1-2661765B9991}">
      <dgm:prSet/>
      <dgm:spPr/>
      <dgm:t>
        <a:bodyPr/>
        <a:lstStyle/>
        <a:p>
          <a:endParaRPr lang="en-US"/>
        </a:p>
      </dgm:t>
    </dgm:pt>
    <dgm:pt modelId="{BA6189F9-FEC6-4D3B-8ED8-8A2F22635AC7}" type="sibTrans" cxnId="{43F1C66F-613F-4D09-A1F1-2661765B999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0AD3003-F5AF-4112-B496-EE4CD003F215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sty m:val="p"/>
                      </m:rPr>
                      <a:rPr lang="da-DK" sz="1100" i="1" kern="1200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𝐷𝐴𝐿𝑌𝑠𝑡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​)=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𝐷𝐴𝐿𝑌</m:t>
                    </m:r>
                    <m:sSub>
                      <m:sSubPr>
                        <m:ctrlP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100" i="1" kern="1200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a-DK" sz="110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sz="1100" i="1" kern="120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​,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𝑈𝐻𝐶𝑡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​,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𝐺𝐷</m:t>
                    </m:r>
                    <m:sSub>
                      <m:sSubPr>
                        <m:ctrlP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100" i="1" kern="1200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da-DK" sz="1100" kern="1200" dirty="0"/>
            </a:p>
          </dgm:t>
        </dgm:pt>
      </mc:Choice>
      <mc:Fallback xmlns="">
        <dgm:pt modelId="{70AD3003-F5AF-4112-B496-EE4CD003F215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da-DK" sz="1100" i="0" kern="1200" dirty="0">
                  <a:latin typeface="Cambria Math" panose="02040503050406030204" pitchFamily="18" charset="0"/>
                </a:rPr>
                <a:t>log⁡(𝐷𝐴𝐿𝑌𝑠𝑡​)=𝑓(𝐷𝐴𝐿𝑌𝑠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_(</a:t>
              </a:r>
              <a:r>
                <a:rPr lang="da-DK" sz="1100" i="0" kern="1200" dirty="0">
                  <a:latin typeface="Cambria Math" panose="02040503050406030204" pitchFamily="18" charset="0"/>
                </a:rPr>
                <a:t>𝑡−1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)</a:t>
              </a:r>
              <a:r>
                <a:rPr lang="da-DK" sz="1100" b="0" i="0" kern="1200" dirty="0">
                  <a:latin typeface="Cambria Math" panose="02040503050406030204" pitchFamily="18" charset="0"/>
                </a:rPr>
                <a:t> </a:t>
              </a:r>
              <a:r>
                <a:rPr lang="da-DK" sz="1100" i="0" kern="1200" dirty="0">
                  <a:latin typeface="Cambria Math" panose="02040503050406030204" pitchFamily="18" charset="0"/>
                </a:rPr>
                <a:t>​,𝑈𝐻𝐶𝑡​,𝐺𝐷𝑃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_𝑡</a:t>
              </a:r>
              <a:r>
                <a:rPr lang="da-DK" sz="1100" i="0" kern="1200" dirty="0">
                  <a:latin typeface="Cambria Math" panose="02040503050406030204" pitchFamily="18" charset="0"/>
                </a:rPr>
                <a:t>)</a:t>
              </a:r>
              <a:endParaRPr lang="en-US" sz="1100" i="0" kern="1200" dirty="0">
                <a:latin typeface="Cambria Math" panose="02040503050406030204" pitchFamily="18" charset="0"/>
              </a:endParaRPr>
            </a:p>
          </dgm:t>
        </dgm:pt>
      </mc:Fallback>
    </mc:AlternateContent>
    <dgm:pt modelId="{328889B5-0849-4513-80DC-D50137C9C88B}" type="parTrans" cxnId="{8838831C-225F-4EB2-B4FD-7B40A9B34884}">
      <dgm:prSet/>
      <dgm:spPr/>
      <dgm:t>
        <a:bodyPr/>
        <a:lstStyle/>
        <a:p>
          <a:endParaRPr lang="en-US"/>
        </a:p>
      </dgm:t>
    </dgm:pt>
    <dgm:pt modelId="{52F6683D-EEA7-4A35-8ABA-D6D0FEE10A08}" type="sibTrans" cxnId="{8838831C-225F-4EB2-B4FD-7B40A9B34884}">
      <dgm:prSet/>
      <dgm:spPr/>
      <dgm:t>
        <a:bodyPr/>
        <a:lstStyle/>
        <a:p>
          <a:endParaRPr lang="en-US"/>
        </a:p>
      </dgm:t>
    </dgm:pt>
    <dgm:pt modelId="{CF366E4C-E9F0-4A20-AAFE-9B75C9E3E14B}">
      <dgm:prSet phldrT="[Text]"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Interpretation:</a:t>
          </a:r>
          <a:endParaRPr lang="en-US" sz="1400" kern="1200" dirty="0"/>
        </a:p>
      </dgm:t>
    </dgm:pt>
    <dgm:pt modelId="{44C99A79-853A-4574-B92D-8617E8FDFEC3}" type="parTrans" cxnId="{206F5E88-3669-4BA6-975F-322E923E316D}">
      <dgm:prSet/>
      <dgm:spPr/>
      <dgm:t>
        <a:bodyPr/>
        <a:lstStyle/>
        <a:p>
          <a:endParaRPr lang="en-US"/>
        </a:p>
      </dgm:t>
    </dgm:pt>
    <dgm:pt modelId="{3C384792-D42A-46B2-A751-998999A119EF}" type="sibTrans" cxnId="{206F5E88-3669-4BA6-975F-322E923E316D}">
      <dgm:prSet/>
      <dgm:spPr/>
      <dgm:t>
        <a:bodyPr/>
        <a:lstStyle/>
        <a:p>
          <a:endParaRPr lang="en-US"/>
        </a:p>
      </dgm:t>
    </dgm:pt>
    <dgm:pt modelId="{D6774C44-A1AD-4456-8D8E-8B548AF7918D}">
      <dgm:prSet custT="1"/>
      <dgm:spPr/>
      <dgm:t>
        <a:bodyPr/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Model</a:t>
          </a:r>
        </a:p>
      </dgm:t>
    </dgm:pt>
    <dgm:pt modelId="{84CD74E8-8ABB-4B41-B436-B2A50D13CDF8}" type="parTrans" cxnId="{BDED59B1-9CCE-48CB-9DAA-2F719E3F1BFF}">
      <dgm:prSet/>
      <dgm:spPr/>
      <dgm:t>
        <a:bodyPr/>
        <a:lstStyle/>
        <a:p>
          <a:endParaRPr lang="en-US"/>
        </a:p>
      </dgm:t>
    </dgm:pt>
    <dgm:pt modelId="{72308F9C-17E0-4FC7-B251-17D8F011146D}" type="sibTrans" cxnId="{BDED59B1-9CCE-48CB-9DAA-2F719E3F1BFF}">
      <dgm:prSet/>
      <dgm:spPr/>
      <dgm:t>
        <a:bodyPr/>
        <a:lstStyle/>
        <a:p>
          <a:endParaRPr lang="en-US"/>
        </a:p>
      </dgm:t>
    </dgm:pt>
    <dgm:pt modelId="{80FFB124-AF1D-4DD0-AA3C-5849B4DC1206}">
      <dgm:prSet phldrT="[Text]"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400" kern="1200" dirty="0"/>
        </a:p>
      </dgm:t>
    </dgm:pt>
    <dgm:pt modelId="{970AAACB-D6E9-4141-B949-7069DB533DA0}" type="parTrans" cxnId="{F1C7EB9B-F971-40C3-B168-6C3BFC2964D6}">
      <dgm:prSet/>
      <dgm:spPr/>
      <dgm:t>
        <a:bodyPr/>
        <a:lstStyle/>
        <a:p>
          <a:endParaRPr lang="en-US"/>
        </a:p>
      </dgm:t>
    </dgm:pt>
    <dgm:pt modelId="{815F16CE-2F0B-4E39-9EFE-8C5697972F99}" type="sibTrans" cxnId="{F1C7EB9B-F971-40C3-B168-6C3BFC2964D6}">
      <dgm:prSet/>
      <dgm:spPr/>
      <dgm:t>
        <a:bodyPr/>
        <a:lstStyle/>
        <a:p>
          <a:endParaRPr lang="en-US"/>
        </a:p>
      </dgm:t>
    </dgm:pt>
    <dgm:pt modelId="{EAFBB238-22D0-4767-818A-370B5B6F22B9}">
      <dgm:prSet phldrT="[Text]"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Estimates</a:t>
          </a:r>
        </a:p>
      </dgm:t>
    </dgm:pt>
    <dgm:pt modelId="{8DC6B0A0-DEDA-493B-BC4F-83F80876A63A}" type="parTrans" cxnId="{8164485F-626B-4E45-BB87-11BA71C36B4D}">
      <dgm:prSet/>
      <dgm:spPr/>
      <dgm:t>
        <a:bodyPr/>
        <a:lstStyle/>
        <a:p>
          <a:endParaRPr lang="en-US"/>
        </a:p>
      </dgm:t>
    </dgm:pt>
    <dgm:pt modelId="{BDA9CB3B-0B2D-401D-8033-1A26E48160A2}" type="sibTrans" cxnId="{8164485F-626B-4E45-BB87-11BA71C36B4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EBCE9AA-3373-4F24-97B6-A43BC3CAC2F4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𝐿𝑎𝑔</m:t>
                    </m:r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𝐷𝐴𝐿𝑌𝑠</m:t>
                    </m:r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kern="1200" dirty="0" smtClean="0">
                            <a:latin typeface="Cambria Math" panose="02040503050406030204" pitchFamily="18" charset="0"/>
                          </a:rPr>
                          <m:t>0.98</m:t>
                        </m:r>
                      </m:e>
                      <m:sup>
                        <m: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 (&lt;0.001)</m:t>
                    </m:r>
                  </m:oMath>
                </m:oMathPara>
              </a14:m>
              <a:endParaRPr lang="en-US" sz="1100" b="0" kern="1200" dirty="0"/>
            </a:p>
          </dgm:t>
        </dgm:pt>
      </mc:Choice>
      <mc:Fallback xmlns="">
        <dgm:pt modelId="{CEBCE9AA-3373-4F24-97B6-A43BC3CAC2F4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100" i="0" kern="1200" dirty="0">
                  <a:latin typeface="Cambria Math" panose="02040503050406030204" pitchFamily="18" charset="0"/>
                </a:rPr>
                <a:t>𝐿𝑎𝑔 𝐷𝐴𝐿𝑌𝑠=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〖</a:t>
              </a:r>
              <a:r>
                <a:rPr lang="en-US" sz="1100" i="0" kern="1200" dirty="0">
                  <a:latin typeface="Cambria Math" panose="02040503050406030204" pitchFamily="18" charset="0"/>
                </a:rPr>
                <a:t>0.98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〗^∗  (&lt;0.001</a:t>
              </a:r>
              <a14:m xmlns:a14="http://schemas.microsoft.com/office/drawing/2010/main"/>
            </a:p>
          </dgm:t>
        </dgm:pt>
      </mc:Fallback>
    </mc:AlternateContent>
    <dgm:pt modelId="{23B88128-A601-4931-9CFB-EA1A6D6F6B84}" type="parTrans" cxnId="{9E8AA1EB-771A-414B-BF5E-49DE34A5FE9D}">
      <dgm:prSet/>
      <dgm:spPr/>
      <dgm:t>
        <a:bodyPr/>
        <a:lstStyle/>
        <a:p>
          <a:endParaRPr lang="en-US"/>
        </a:p>
      </dgm:t>
    </dgm:pt>
    <dgm:pt modelId="{D045ED20-5E94-4793-8189-56189B8F1CA4}" type="sibTrans" cxnId="{9E8AA1EB-771A-414B-BF5E-49DE34A5FE9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E947CAD-1CE1-41B1-851E-763D7646C176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𝑈𝐻𝐶</m:t>
                    </m:r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=0.00019(0.07)</m:t>
                    </m:r>
                  </m:oMath>
                </m:oMathPara>
              </a14:m>
              <a:endParaRPr lang="en-US" sz="1100" b="0" kern="1200" dirty="0"/>
            </a:p>
          </dgm:t>
        </dgm:pt>
      </mc:Choice>
      <mc:Fallback xmlns="">
        <dgm:pt modelId="{9E947CAD-1CE1-41B1-851E-763D7646C176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100" i="0" kern="1200" dirty="0">
                  <a:latin typeface="Cambria Math" panose="02040503050406030204" pitchFamily="18" charset="0"/>
                </a:rPr>
                <a:t>𝑈𝐻𝐶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=0.00019(0.07)</a:t>
              </a:r>
              <a14:m xmlns:a14="http://schemas.microsoft.com/office/drawing/2010/main"/>
            </a:p>
          </dgm:t>
        </dgm:pt>
      </mc:Fallback>
    </mc:AlternateContent>
    <dgm:pt modelId="{E77F6442-05A6-4853-A871-5DD03E35FA0D}" type="parTrans" cxnId="{71C111C1-580D-4F1B-88CC-660DA7A70A80}">
      <dgm:prSet/>
      <dgm:spPr/>
      <dgm:t>
        <a:bodyPr/>
        <a:lstStyle/>
        <a:p>
          <a:endParaRPr lang="en-US"/>
        </a:p>
      </dgm:t>
    </dgm:pt>
    <dgm:pt modelId="{C174CCD8-4A19-4CF6-87F0-D2EE4A495A34}" type="sibTrans" cxnId="{71C111C1-580D-4F1B-88CC-660DA7A70A80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ED47F6D-A47D-412F-B460-22EFF48ED397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𝐺𝐷𝑃</m:t>
                    </m:r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  <m:t>0.0034</m:t>
                        </m:r>
                      </m:e>
                      <m:sup>
                        <m:r>
                          <a:rPr lang="en-US" sz="1100" b="0" i="1" kern="120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 (0.017)</m:t>
                    </m:r>
                  </m:oMath>
                </m:oMathPara>
              </a14:m>
              <a:endParaRPr lang="en-US" sz="1100" b="0" kern="1200" dirty="0"/>
            </a:p>
          </dgm:t>
        </dgm:pt>
      </mc:Choice>
      <mc:Fallback xmlns="">
        <dgm:pt modelId="{5ED47F6D-A47D-412F-B460-22EFF48ED397}">
          <dgm:prSet phldrT="[Text]" custT="1"/>
          <dgm:spPr/>
          <dgm:t>
            <a:bodyPr/>
            <a:lstStyle/>
            <a:p>
              <a:pPr marL="114300" lvl="1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sz="1100" i="0" kern="1200" dirty="0">
                  <a:latin typeface="Cambria Math" panose="02040503050406030204" pitchFamily="18" charset="0"/>
                </a:rPr>
                <a:t>𝐺𝐷𝑃=</a:t>
              </a:r>
              <a:r>
                <a:rPr lang="en-US" sz="1100" b="0" i="0" kern="1200" dirty="0">
                  <a:latin typeface="Cambria Math" panose="02040503050406030204" pitchFamily="18" charset="0"/>
                </a:rPr>
                <a:t>〖0.0034〗^∗  (0.017</a:t>
              </a:r>
              <a14:m xmlns:a14="http://schemas.microsoft.com/office/drawing/2010/main"/>
            </a:p>
          </dgm:t>
        </dgm:pt>
      </mc:Fallback>
    </mc:AlternateContent>
    <dgm:pt modelId="{BAD400F2-626A-4E72-8D21-EF7405A8EAF8}" type="parTrans" cxnId="{3792C557-E2D5-4979-88FA-7E43D949DEE7}">
      <dgm:prSet/>
      <dgm:spPr/>
      <dgm:t>
        <a:bodyPr/>
        <a:lstStyle/>
        <a:p>
          <a:endParaRPr lang="en-US"/>
        </a:p>
      </dgm:t>
    </dgm:pt>
    <dgm:pt modelId="{A1F42494-916E-4D91-9B76-E96D5E7E4ECD}" type="sibTrans" cxnId="{3792C557-E2D5-4979-88FA-7E43D949DEE7}">
      <dgm:prSet/>
      <dgm:spPr/>
      <dgm:t>
        <a:bodyPr/>
        <a:lstStyle/>
        <a:p>
          <a:endParaRPr lang="en-US"/>
        </a:p>
      </dgm:t>
    </dgm:pt>
    <dgm:pt modelId="{DC61DBD0-D44B-4324-AA7F-6D46F9810E47}">
      <dgm:prSet phldrT="[Text]"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Disease burden is extremely persistent</a:t>
          </a:r>
        </a:p>
      </dgm:t>
    </dgm:pt>
    <dgm:pt modelId="{1DBC38DC-2851-4C96-9C45-C44E40AC4A10}" type="parTrans" cxnId="{E3C7EDC4-44C9-4D9C-8AB6-181A495193CC}">
      <dgm:prSet/>
      <dgm:spPr/>
      <dgm:t>
        <a:bodyPr/>
        <a:lstStyle/>
        <a:p>
          <a:endParaRPr lang="en-US"/>
        </a:p>
      </dgm:t>
    </dgm:pt>
    <dgm:pt modelId="{512EAC4E-1256-4EAF-8505-4BA37E900210}" type="sibTrans" cxnId="{E3C7EDC4-44C9-4D9C-8AB6-181A495193CC}">
      <dgm:prSet/>
      <dgm:spPr/>
      <dgm:t>
        <a:bodyPr/>
        <a:lstStyle/>
        <a:p>
          <a:endParaRPr lang="en-US"/>
        </a:p>
      </dgm:t>
    </dgm:pt>
    <dgm:pt modelId="{EAE80EC4-4EE7-46BE-82F7-2A7365920D3B}">
      <dgm:prSet phldrT="[Text]"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/>
        </a:p>
      </dgm:t>
    </dgm:pt>
    <dgm:pt modelId="{7305AE2E-D6B1-4E74-8C56-75332425ECA6}" type="parTrans" cxnId="{BEF166E0-DAB8-4AFC-A7F0-4F9E2F3CF5C0}">
      <dgm:prSet/>
      <dgm:spPr/>
      <dgm:t>
        <a:bodyPr/>
        <a:lstStyle/>
        <a:p>
          <a:endParaRPr lang="en-US"/>
        </a:p>
      </dgm:t>
    </dgm:pt>
    <dgm:pt modelId="{F67EA69E-7B3C-4BED-97F0-F8779CB4AC99}" type="sibTrans" cxnId="{BEF166E0-DAB8-4AFC-A7F0-4F9E2F3CF5C0}">
      <dgm:prSet/>
      <dgm:spPr/>
      <dgm:t>
        <a:bodyPr/>
        <a:lstStyle/>
        <a:p>
          <a:endParaRPr lang="en-US"/>
        </a:p>
      </dgm:t>
    </dgm:pt>
    <dgm:pt modelId="{0D144CFA-1B89-48C2-9E24-6FA29BA5F87B}">
      <dgm:prSet phldrT="[Text]"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UHC does not immediately reduce DALYs</a:t>
          </a:r>
        </a:p>
      </dgm:t>
    </dgm:pt>
    <dgm:pt modelId="{07F843E7-A38B-4A34-AF51-98FE7B7C6C65}" type="parTrans" cxnId="{7BA3E222-D59A-4DB2-9536-FA08F22CE8BC}">
      <dgm:prSet/>
      <dgm:spPr/>
      <dgm:t>
        <a:bodyPr/>
        <a:lstStyle/>
        <a:p>
          <a:endParaRPr lang="en-US"/>
        </a:p>
      </dgm:t>
    </dgm:pt>
    <dgm:pt modelId="{04E63436-5E1A-489E-88E0-53E193A135FE}" type="sibTrans" cxnId="{7BA3E222-D59A-4DB2-9536-FA08F22CE8BC}">
      <dgm:prSet/>
      <dgm:spPr/>
      <dgm:t>
        <a:bodyPr/>
        <a:lstStyle/>
        <a:p>
          <a:endParaRPr lang="en-US"/>
        </a:p>
      </dgm:t>
    </dgm:pt>
    <dgm:pt modelId="{31B8356B-F227-4295-B60A-081DC82F2480}">
      <dgm:prSet phldrT="[Text]" custT="1"/>
      <dgm:spPr/>
      <dgm:t>
        <a:bodyPr/>
        <a:lstStyle/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GDP associated with slight DALY increase</a:t>
          </a:r>
        </a:p>
      </dgm:t>
    </dgm:pt>
    <dgm:pt modelId="{E4EA6C0C-645A-44B2-B858-C30B1C2D9226}" type="parTrans" cxnId="{331C3988-1E5F-4B07-B249-6DAA0A18F440}">
      <dgm:prSet/>
      <dgm:spPr/>
      <dgm:t>
        <a:bodyPr/>
        <a:lstStyle/>
        <a:p>
          <a:endParaRPr lang="en-US"/>
        </a:p>
      </dgm:t>
    </dgm:pt>
    <dgm:pt modelId="{36C2ED92-9ACA-44E9-A357-83FA386AE06B}" type="sibTrans" cxnId="{331C3988-1E5F-4B07-B249-6DAA0A18F440}">
      <dgm:prSet/>
      <dgm:spPr/>
      <dgm:t>
        <a:bodyPr/>
        <a:lstStyle/>
        <a:p>
          <a:endParaRPr lang="en-US"/>
        </a:p>
      </dgm:t>
    </dgm:pt>
    <dgm:pt modelId="{C218BF62-544D-458D-A54C-79CD2068DDC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6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Model</a:t>
          </a:r>
        </a:p>
      </dgm:t>
    </dgm:pt>
    <dgm:pt modelId="{998B8F04-1E9F-4844-B7C4-3B446DEF3EB1}" type="parTrans" cxnId="{8D9EAEDD-D5BE-4B0E-9E0B-E426C0E740A9}">
      <dgm:prSet/>
      <dgm:spPr/>
      <dgm:t>
        <a:bodyPr/>
        <a:lstStyle/>
        <a:p>
          <a:endParaRPr lang="en-US"/>
        </a:p>
      </dgm:t>
    </dgm:pt>
    <dgm:pt modelId="{6719AE45-92A2-4186-A0F6-450F5A0548AF}" type="sibTrans" cxnId="{8D9EAEDD-D5BE-4B0E-9E0B-E426C0E740A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AD1965B-5F5B-4CF1-B4AE-ED11EFEC83AF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m:rPr>
                      <m:sty m:val="p"/>
                    </m:rPr>
                    <a:rPr lang="da-DK" sz="1000" i="1" dirty="0" smtClean="0">
                      <a:latin typeface="Cambria Math" panose="02040503050406030204" pitchFamily="18" charset="0"/>
                    </a:rPr>
                    <m:t>log</m:t>
                  </m:r>
                  <m:r>
                    <a:rPr lang="da-DK" sz="1000" i="1" dirty="0" smtClean="0">
                      <a:latin typeface="Cambria Math" panose="02040503050406030204" pitchFamily="18" charset="0"/>
                    </a:rPr>
                    <m:t>⁡(</m:t>
                  </m:r>
                  <m:r>
                    <a:rPr lang="en-US" sz="1000" b="0" i="1" dirty="0" smtClean="0">
                      <a:latin typeface="Cambria Math" panose="02040503050406030204" pitchFamily="18" charset="0"/>
                    </a:rPr>
                    <m:t>𝑃𝑟𝑜𝑑𝑢𝑐𝑡𝑖𝑣𝑖𝑡</m:t>
                  </m:r>
                  <m:sSub>
                    <m:sSubPr>
                      <m:ctrlPr>
                        <a:rPr lang="en-US" sz="1000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 lang="da-DK" sz="1000" i="1" dirty="0" smtClean="0">
                      <a:latin typeface="Cambria Math" panose="02040503050406030204" pitchFamily="18" charset="0"/>
                    </a:rPr>
                    <m:t>​)=</m:t>
                  </m:r>
                  <m:r>
                    <a:rPr lang="da-DK" sz="1000" i="1" dirty="0" smtClean="0">
                      <a:latin typeface="Cambria Math" panose="02040503050406030204" pitchFamily="18" charset="0"/>
                    </a:rPr>
                    <m:t>𝑓</m:t>
                  </m:r>
                  <m:r>
                    <a:rPr lang="da-DK" sz="1000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sz="1000" b="0" i="1" dirty="0" smtClean="0">
                      <a:latin typeface="Cambria Math" panose="02040503050406030204" pitchFamily="18" charset="0"/>
                    </a:rPr>
                    <m:t>𝑃𝑟𝑜𝑑𝑢𝑐𝑡𝑖𝑣𝑖𝑡𝑦</m:t>
                  </m:r>
                  <m:sSub>
                    <m:sSubPr>
                      <m:ctrlPr>
                        <a:rPr lang="en-US" sz="1000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e>
                    <m:sub>
                      <m:r>
                        <a:rPr lang="da-DK" sz="1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sz="1000" i="1" dirty="0" smtClean="0">
                          <a:latin typeface="Cambria Math" panose="02040503050406030204" pitchFamily="18" charset="0"/>
                        </a:rPr>
                        <m:t>−1</m:t>
                      </m:r>
                    </m:sub>
                  </m:sSub>
                  <m:r>
                    <a:rPr lang="da-DK" sz="1000" i="1" dirty="0" smtClean="0">
                      <a:latin typeface="Cambria Math" panose="02040503050406030204" pitchFamily="18" charset="0"/>
                    </a:rPr>
                    <m:t>​,</m:t>
                  </m:r>
                  <m:r>
                    <a:rPr lang="en-US" sz="1000" b="0" i="1" dirty="0" smtClean="0">
                      <a:latin typeface="Cambria Math" panose="02040503050406030204" pitchFamily="18" charset="0"/>
                    </a:rPr>
                    <m:t>𝐷𝐴𝐿𝑌</m:t>
                  </m:r>
                  <m:sSub>
                    <m:sSubPr>
                      <m:ctrlPr>
                        <a:rPr lang="en-US" sz="1000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e>
                    <m: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 lang="en-US" sz="1000" b="0" i="1" dirty="0" smtClean="0">
                      <a:latin typeface="Cambria Math" panose="02040503050406030204" pitchFamily="18" charset="0"/>
                    </a:rPr>
                    <m:t>, </m:t>
                  </m:r>
                  <m:r>
                    <a:rPr lang="en-US" sz="1000" b="0" i="1" dirty="0" smtClean="0">
                      <a:latin typeface="Cambria Math" panose="02040503050406030204" pitchFamily="18" charset="0"/>
                    </a:rPr>
                    <m:t>𝐻𝐴𝐿</m:t>
                  </m:r>
                  <m:sSub>
                    <m:sSubPr>
                      <m:ctrlPr>
                        <a:rPr lang="en-US" sz="1000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</m:e>
                    <m:sub>
                      <m:r>
                        <a:rPr lang="en-US" sz="1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 lang="da-DK" sz="1000" i="1" dirty="0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da-DK" sz="1000" dirty="0"/>
            </a:p>
          </dgm:t>
        </dgm:pt>
      </mc:Choice>
      <mc:Fallback xmlns="">
        <dgm:pt modelId="{3AD1965B-5F5B-4CF1-B4AE-ED11EFEC83AF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da-DK" sz="1000" i="0" dirty="0">
                  <a:latin typeface="Cambria Math" panose="02040503050406030204" pitchFamily="18" charset="0"/>
                </a:rPr>
                <a:t>log⁡(</a:t>
              </a:r>
              <a:r>
                <a:rPr lang="en-US" sz="1000" b="0" i="0" dirty="0">
                  <a:latin typeface="Cambria Math" panose="02040503050406030204" pitchFamily="18" charset="0"/>
                </a:rPr>
                <a:t>𝑃𝑟𝑜𝑑𝑢𝑐𝑡𝑖𝑣𝑖𝑡𝑦_𝑡</a:t>
              </a:r>
              <a:r>
                <a:rPr lang="da-DK" sz="1000" b="0" i="0" dirty="0">
                  <a:latin typeface="Cambria Math" panose="02040503050406030204" pitchFamily="18" charset="0"/>
                </a:rPr>
                <a:t> </a:t>
              </a:r>
              <a:r>
                <a:rPr lang="da-DK" sz="1000" i="0" dirty="0">
                  <a:latin typeface="Cambria Math" panose="02040503050406030204" pitchFamily="18" charset="0"/>
                </a:rPr>
                <a:t>​)=𝑓(</a:t>
              </a:r>
              <a:r>
                <a:rPr lang="en-US" sz="1000" b="0" i="0" dirty="0">
                  <a:latin typeface="Cambria Math" panose="02040503050406030204" pitchFamily="18" charset="0"/>
                </a:rPr>
                <a:t>𝑃𝑟𝑜𝑑𝑢𝑐𝑡𝑖𝑣𝑖𝑡𝑦 _(</a:t>
              </a:r>
              <a:r>
                <a:rPr lang="da-DK" sz="1000" i="0" dirty="0">
                  <a:latin typeface="Cambria Math" panose="02040503050406030204" pitchFamily="18" charset="0"/>
                </a:rPr>
                <a:t>𝑡−1</a:t>
              </a:r>
              <a:r>
                <a:rPr lang="en-US" sz="1000" b="0" i="0" dirty="0">
                  <a:latin typeface="Cambria Math" panose="02040503050406030204" pitchFamily="18" charset="0"/>
                </a:rPr>
                <a:t>)</a:t>
              </a:r>
              <a:r>
                <a:rPr lang="da-DK" sz="1000" b="0" i="0" dirty="0">
                  <a:latin typeface="Cambria Math" panose="02040503050406030204" pitchFamily="18" charset="0"/>
                </a:rPr>
                <a:t> </a:t>
              </a:r>
              <a:r>
                <a:rPr lang="da-DK" sz="1000" i="0" dirty="0">
                  <a:latin typeface="Cambria Math" panose="02040503050406030204" pitchFamily="18" charset="0"/>
                </a:rPr>
                <a:t>​,</a:t>
              </a:r>
              <a:r>
                <a:rPr lang="en-US" sz="1000" b="0" i="0" dirty="0">
                  <a:latin typeface="Cambria Math" panose="02040503050406030204" pitchFamily="18" charset="0"/>
                </a:rPr>
                <a:t>𝐷𝐴𝐿𝑌𝑠_𝑡, 𝐻𝐴𝐿𝐸_𝑡</a:t>
              </a:r>
              <a:r>
                <a:rPr lang="da-DK" sz="1000" i="0" dirty="0">
                  <a:latin typeface="Cambria Math" panose="02040503050406030204" pitchFamily="18" charset="0"/>
                </a:rPr>
                <a:t>)</a:t>
              </a:r>
              <a:endParaRPr lang="da-DK" sz="1000" dirty="0"/>
            </a:p>
          </dgm:t>
        </dgm:pt>
      </mc:Fallback>
    </mc:AlternateContent>
    <dgm:pt modelId="{5F614BEA-789F-4856-827F-A165D20D85D4}" type="parTrans" cxnId="{2086F460-698F-4F39-89DC-620DBC048060}">
      <dgm:prSet/>
      <dgm:spPr/>
      <dgm:t>
        <a:bodyPr/>
        <a:lstStyle/>
        <a:p>
          <a:endParaRPr lang="en-US"/>
        </a:p>
      </dgm:t>
    </dgm:pt>
    <dgm:pt modelId="{86A21CE4-D01F-47B0-A35B-880FDFD85CDC}" type="sibTrans" cxnId="{2086F460-698F-4F39-89DC-620DBC048060}">
      <dgm:prSet/>
      <dgm:spPr/>
      <dgm:t>
        <a:bodyPr/>
        <a:lstStyle/>
        <a:p>
          <a:endParaRPr lang="en-US"/>
        </a:p>
      </dgm:t>
    </dgm:pt>
    <dgm:pt modelId="{1B7ED5D0-A690-4771-9F14-5063710C3CB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600" dirty="0"/>
        </a:p>
      </dgm:t>
    </dgm:pt>
    <dgm:pt modelId="{7410CF55-5F2E-4053-A091-869DE3F6EB96}" type="parTrans" cxnId="{D00C7B9E-5E88-4480-B627-949AAAAA282E}">
      <dgm:prSet/>
      <dgm:spPr/>
      <dgm:t>
        <a:bodyPr/>
        <a:lstStyle/>
        <a:p>
          <a:endParaRPr lang="en-US"/>
        </a:p>
      </dgm:t>
    </dgm:pt>
    <dgm:pt modelId="{2977F4C5-5EBD-4A84-9A00-DEA3A1F039DC}" type="sibTrans" cxnId="{D00C7B9E-5E88-4480-B627-949AAAAA282E}">
      <dgm:prSet/>
      <dgm:spPr/>
      <dgm:t>
        <a:bodyPr/>
        <a:lstStyle/>
        <a:p>
          <a:endParaRPr lang="en-US"/>
        </a:p>
      </dgm:t>
    </dgm:pt>
    <dgm:pt modelId="{91C06CBC-20FC-4896-A914-814CE2B097DE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600" b="1" dirty="0"/>
            <a:t>Estimates</a:t>
          </a:r>
        </a:p>
      </dgm:t>
    </dgm:pt>
    <dgm:pt modelId="{68D48DA7-4FB3-4C79-BD94-7E01F2FAF7A8}" type="parTrans" cxnId="{F20E5FFB-78F9-4640-A043-2990645EC466}">
      <dgm:prSet/>
      <dgm:spPr/>
      <dgm:t>
        <a:bodyPr/>
        <a:lstStyle/>
        <a:p>
          <a:endParaRPr lang="en-US"/>
        </a:p>
      </dgm:t>
    </dgm:pt>
    <dgm:pt modelId="{1803C672-2959-4B8E-9CC9-14D752225A72}" type="sibTrans" cxnId="{F20E5FFB-78F9-4640-A043-2990645EC46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54498C8-BEF5-4D8B-B357-881E261C8E10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𝐿𝑎𝑔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𝑝𝑟𝑜𝑑𝑢𝑐𝑡𝑖𝑣𝑖𝑡𝑦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0.986</m:t>
                        </m:r>
                      </m:e>
                      <m:sup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 (&lt;0.001)</m:t>
                    </m:r>
                  </m:oMath>
                </m:oMathPara>
              </a14:m>
              <a:endParaRPr lang="en-US" sz="1000" dirty="0"/>
            </a:p>
          </dgm:t>
        </dgm:pt>
      </mc:Choice>
      <mc:Fallback xmlns="">
        <dgm:pt modelId="{A54498C8-BEF5-4D8B-B357-881E261C8E10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:r>
                <a:rPr lang="en-US" sz="1000" b="0" i="0">
                  <a:latin typeface="Cambria Math" panose="02040503050406030204" pitchFamily="18" charset="0"/>
                </a:rPr>
                <a:t>𝐿𝑎𝑔 𝑝𝑟𝑜𝑑𝑢𝑐𝑡𝑖𝑣𝑖𝑡𝑦=〖0.986〗^∗  (&lt;0.001)</a:t>
              </a:r>
              <a:endParaRPr lang="en-US" sz="1000" dirty="0"/>
            </a:p>
          </dgm:t>
        </dgm:pt>
      </mc:Fallback>
    </mc:AlternateContent>
    <dgm:pt modelId="{2A5BA852-C8AD-4C91-B860-F37D445C714C}" type="parTrans" cxnId="{F8224EC3-3FC3-453E-8E3B-5CBFB1CF2329}">
      <dgm:prSet/>
      <dgm:spPr/>
      <dgm:t>
        <a:bodyPr/>
        <a:lstStyle/>
        <a:p>
          <a:endParaRPr lang="en-US"/>
        </a:p>
      </dgm:t>
    </dgm:pt>
    <dgm:pt modelId="{91D7BF3A-410C-4C42-BFBF-E3F81843EC2B}" type="sibTrans" cxnId="{F8224EC3-3FC3-453E-8E3B-5CBFB1CF2329}">
      <dgm:prSet/>
      <dgm:spPr/>
      <dgm:t>
        <a:bodyPr/>
        <a:lstStyle/>
        <a:p>
          <a:endParaRPr lang="en-US"/>
        </a:p>
      </dgm:t>
    </dgm:pt>
    <dgm:pt modelId="{5372A2ED-F812-4B32-8247-4F8F5390E71A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1000" dirty="0"/>
        </a:p>
      </dgm:t>
    </dgm:pt>
    <dgm:pt modelId="{B32CB701-6C61-460B-9405-BB79ABC83DEA}" type="parTrans" cxnId="{98E84A65-5AB0-4D50-98B2-5FF5ECD12BD2}">
      <dgm:prSet/>
      <dgm:spPr/>
      <dgm:t>
        <a:bodyPr/>
        <a:lstStyle/>
        <a:p>
          <a:endParaRPr lang="en-US"/>
        </a:p>
      </dgm:t>
    </dgm:pt>
    <dgm:pt modelId="{479CFC36-682F-43C6-8D30-51770872D08A}" type="sibTrans" cxnId="{98E84A65-5AB0-4D50-98B2-5FF5ECD12BD2}">
      <dgm:prSet/>
      <dgm:spPr/>
      <dgm:t>
        <a:bodyPr/>
        <a:lstStyle/>
        <a:p>
          <a:endParaRPr lang="en-US"/>
        </a:p>
      </dgm:t>
    </dgm:pt>
    <dgm:pt modelId="{5EF65B11-EF2C-476E-93AD-14A771A6531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Interpretation:</a:t>
          </a:r>
          <a:endParaRPr lang="en-US" sz="1400" dirty="0"/>
        </a:p>
      </dgm:t>
    </dgm:pt>
    <dgm:pt modelId="{B3FCD8B0-48FE-4F47-8D8D-AE748E8B83AC}" type="parTrans" cxnId="{10957B2B-A8F9-4932-ABA6-1DF9A369982A}">
      <dgm:prSet/>
      <dgm:spPr/>
      <dgm:t>
        <a:bodyPr/>
        <a:lstStyle/>
        <a:p>
          <a:endParaRPr lang="en-US"/>
        </a:p>
      </dgm:t>
    </dgm:pt>
    <dgm:pt modelId="{9CD42A62-B15D-412A-9F75-E0FE8B1CAB91}" type="sibTrans" cxnId="{10957B2B-A8F9-4932-ABA6-1DF9A369982A}">
      <dgm:prSet/>
      <dgm:spPr/>
      <dgm:t>
        <a:bodyPr/>
        <a:lstStyle/>
        <a:p>
          <a:endParaRPr lang="en-US"/>
        </a:p>
      </dgm:t>
    </dgm:pt>
    <dgm:pt modelId="{A8FEEAD0-10D9-4BA0-9FF6-E76FBF1619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i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Productivity is extremely persistent</a:t>
          </a:r>
        </a:p>
      </dgm:t>
    </dgm:pt>
    <dgm:pt modelId="{D736D654-D828-4A3F-8A2D-83D7CBB96514}" type="parTrans" cxnId="{75991CC5-046C-4F41-807F-E76849CF0725}">
      <dgm:prSet/>
      <dgm:spPr/>
      <dgm:t>
        <a:bodyPr/>
        <a:lstStyle/>
        <a:p>
          <a:endParaRPr lang="en-US"/>
        </a:p>
      </dgm:t>
    </dgm:pt>
    <dgm:pt modelId="{3B6157AC-B93F-4CAB-B65D-81A44AE68524}" type="sibTrans" cxnId="{75991CC5-046C-4F41-807F-E76849CF0725}">
      <dgm:prSet/>
      <dgm:spPr/>
      <dgm:t>
        <a:bodyPr/>
        <a:lstStyle/>
        <a:p>
          <a:endParaRPr lang="en-US"/>
        </a:p>
      </dgm:t>
    </dgm:pt>
    <dgm:pt modelId="{5FFDBCCD-BDF2-42AE-AB49-7F3E29F389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i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Disease burden significantly reduces economic productivity</a:t>
          </a:r>
        </a:p>
      </dgm:t>
    </dgm:pt>
    <dgm:pt modelId="{4CA56A4D-2641-4A84-916D-1EA41DC428A8}" type="parTrans" cxnId="{B9981A93-C74B-41EE-8218-0891D14756F7}">
      <dgm:prSet/>
      <dgm:spPr/>
      <dgm:t>
        <a:bodyPr/>
        <a:lstStyle/>
        <a:p>
          <a:endParaRPr lang="en-US"/>
        </a:p>
      </dgm:t>
    </dgm:pt>
    <dgm:pt modelId="{33A8CEC5-6995-4675-BF82-71989979EB36}" type="sibTrans" cxnId="{B9981A93-C74B-41EE-8218-0891D14756F7}">
      <dgm:prSet/>
      <dgm:spPr/>
      <dgm:t>
        <a:bodyPr/>
        <a:lstStyle/>
        <a:p>
          <a:endParaRPr lang="en-US"/>
        </a:p>
      </dgm:t>
    </dgm:pt>
    <dgm:pt modelId="{7ED60A44-8092-488A-9967-CE29FFCBFE98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US" sz="1000" i="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mbria Math" panose="02040503050406030204" pitchFamily="18" charset="0"/>
            <a:ea typeface="+mn-ea"/>
            <a:cs typeface="+mn-cs"/>
          </a:endParaRPr>
        </a:p>
      </dgm:t>
    </dgm:pt>
    <dgm:pt modelId="{54BBFD42-8114-4127-8675-994F0168FC23}" type="parTrans" cxnId="{54A38D01-1A10-4797-9B29-C196D9EBE85E}">
      <dgm:prSet/>
      <dgm:spPr/>
      <dgm:t>
        <a:bodyPr/>
        <a:lstStyle/>
        <a:p>
          <a:endParaRPr lang="en-US"/>
        </a:p>
      </dgm:t>
    </dgm:pt>
    <dgm:pt modelId="{E41B8777-3937-4B52-B9AE-B403C05B2406}" type="sibTrans" cxnId="{54A38D01-1A10-4797-9B29-C196D9EBE85E}">
      <dgm:prSet/>
      <dgm:spPr/>
      <dgm:t>
        <a:bodyPr/>
        <a:lstStyle/>
        <a:p>
          <a:endParaRPr lang="en-US"/>
        </a:p>
      </dgm:t>
    </dgm:pt>
    <dgm:pt modelId="{B0D655A1-7F7B-40E0-801F-71858540881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000" dirty="0"/>
        </a:p>
      </dgm:t>
    </dgm:pt>
    <dgm:pt modelId="{7E6C9101-08A7-4B78-9041-9E7FCA8CBF66}" type="parTrans" cxnId="{B26CA2A9-E451-4C39-AEA5-D0C7894C7445}">
      <dgm:prSet/>
      <dgm:spPr/>
      <dgm:t>
        <a:bodyPr/>
        <a:lstStyle/>
        <a:p>
          <a:endParaRPr lang="en-US"/>
        </a:p>
      </dgm:t>
    </dgm:pt>
    <dgm:pt modelId="{7E93F163-1DC5-49F1-8242-BF75F143BC23}" type="sibTrans" cxnId="{B26CA2A9-E451-4C39-AEA5-D0C7894C744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F5147E2-19FC-4E1C-BF86-662EE47DC928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𝐷𝐴𝐿𝑌𝑠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0.134</m:t>
                        </m:r>
                      </m:e>
                      <m:sup>
                        <m:r>
                          <a:rPr lang="en-US" sz="1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 (0.026)</m:t>
                    </m:r>
                  </m:oMath>
                </m:oMathPara>
              </a14:m>
              <a:endParaRPr lang="en-US" sz="1000" b="0" dirty="0"/>
            </a:p>
          </dgm:t>
        </dgm:pt>
      </mc:Choice>
      <mc:Fallback xmlns="">
        <dgm:pt modelId="{EF5147E2-19FC-4E1C-BF86-662EE47DC928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:r>
                <a:rPr lang="en-US" sz="1000" i="0" dirty="0">
                  <a:latin typeface="Cambria Math" panose="02040503050406030204" pitchFamily="18" charset="0"/>
                </a:rPr>
                <a:t>𝐷𝐴𝐿𝑌𝑠=</a:t>
              </a:r>
              <a:r>
                <a:rPr lang="en-US" sz="1000" b="0" i="0" dirty="0">
                  <a:latin typeface="Cambria Math" panose="02040503050406030204" pitchFamily="18" charset="0"/>
                </a:rPr>
                <a:t>〖</a:t>
              </a:r>
              <a:r>
                <a:rPr lang="en-US" sz="1000" i="0" dirty="0">
                  <a:latin typeface="Cambria Math" panose="02040503050406030204" pitchFamily="18" charset="0"/>
                </a:rPr>
                <a:t>0.134</a:t>
              </a:r>
              <a:r>
                <a:rPr lang="en-US" sz="1000" b="0" i="0" dirty="0">
                  <a:latin typeface="Cambria Math" panose="02040503050406030204" pitchFamily="18" charset="0"/>
                </a:rPr>
                <a:t>〗^∗  (0.026</a:t>
              </a:r>
              <a14:m xmlns:a14="http://schemas.microsoft.com/office/drawing/2010/main"/>
            </a:p>
          </dgm:t>
        </dgm:pt>
      </mc:Fallback>
    </mc:AlternateContent>
    <dgm:pt modelId="{7916775C-19D8-452A-81CF-36CF7F8FD9DD}" type="parTrans" cxnId="{83289E4C-278E-44F3-A309-1F6020CEE42F}">
      <dgm:prSet/>
      <dgm:spPr/>
      <dgm:t>
        <a:bodyPr/>
        <a:lstStyle/>
        <a:p>
          <a:endParaRPr lang="en-US"/>
        </a:p>
      </dgm:t>
    </dgm:pt>
    <dgm:pt modelId="{F585C186-320D-4687-B52D-931659D682BC}" type="sibTrans" cxnId="{83289E4C-278E-44F3-A309-1F6020CEE42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1229B9A-2DDC-49F6-9384-011858E43E5B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𝐻𝐴𝐿𝐸𝑠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=−.0.014 (0.31)</m:t>
                    </m:r>
                  </m:oMath>
                </m:oMathPara>
              </a14:m>
              <a:endParaRPr lang="en-US" sz="1000" dirty="0"/>
            </a:p>
          </dgm:t>
        </dgm:pt>
      </mc:Choice>
      <mc:Fallback xmlns="">
        <dgm:pt modelId="{71229B9A-2DDC-49F6-9384-011858E43E5B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:r>
                <a:rPr lang="en-US" sz="1000" i="0" dirty="0">
                  <a:latin typeface="Cambria Math" panose="02040503050406030204" pitchFamily="18" charset="0"/>
                </a:rPr>
                <a:t>𝐻𝐴𝐿𝐸𝑠 =</a:t>
              </a:r>
              <a:r>
                <a:rPr lang="en-US" sz="1000" b="0" i="0" dirty="0">
                  <a:latin typeface="Cambria Math" panose="02040503050406030204" pitchFamily="18" charset="0"/>
                </a:rPr>
                <a:t>−.0.014 (0.31)</a:t>
              </a:r>
              <a14:m xmlns:a14="http://schemas.microsoft.com/office/drawing/2010/main"/>
            </a:p>
          </dgm:t>
        </dgm:pt>
      </mc:Fallback>
    </mc:AlternateContent>
    <dgm:pt modelId="{718D98D7-2C36-4CA0-93D9-981C103C8E49}" type="parTrans" cxnId="{18ABF4C4-909B-48F2-BD26-249502B0789D}">
      <dgm:prSet/>
      <dgm:spPr/>
      <dgm:t>
        <a:bodyPr/>
        <a:lstStyle/>
        <a:p>
          <a:endParaRPr lang="en-US"/>
        </a:p>
      </dgm:t>
    </dgm:pt>
    <dgm:pt modelId="{FF83ABC8-CB9C-4B32-BFA3-5CA84BBDCF8B}" type="sibTrans" cxnId="{18ABF4C4-909B-48F2-BD26-249502B0789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1A44D14-87E0-4401-84BF-D0EBCB671EA7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𝑙𝑎𝑔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𝐻𝐴𝐿𝐸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=0.001 (0.94)</m:t>
                    </m:r>
                  </m:oMath>
                </m:oMathPara>
              </a14:m>
              <a:endParaRPr lang="en-US" sz="1000" b="0" dirty="0"/>
            </a:p>
          </dgm:t>
        </dgm:pt>
      </mc:Choice>
      <mc:Fallback xmlns="">
        <dgm:pt modelId="{C1A44D14-87E0-4401-84BF-D0EBCB671EA7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None/>
              </a:pPr>
              <a:r>
                <a:rPr lang="en-US" sz="1000" b="0" i="0" dirty="0">
                  <a:latin typeface="Cambria Math" panose="02040503050406030204" pitchFamily="18" charset="0"/>
                </a:rPr>
                <a:t>𝑙𝑎𝑔 𝐻𝐴𝐿𝐸=0.001 (0.94)</a:t>
              </a:r>
              <a14:m xmlns:a14="http://schemas.microsoft.com/office/drawing/2010/main"/>
            </a:p>
          </dgm:t>
        </dgm:pt>
      </mc:Fallback>
    </mc:AlternateContent>
    <dgm:pt modelId="{2355366C-252C-46E1-B0CF-BAB39393E0C0}" type="parTrans" cxnId="{EB469A92-A1F9-4D12-9B5E-6ABA9AE3B5CE}">
      <dgm:prSet/>
      <dgm:spPr/>
      <dgm:t>
        <a:bodyPr/>
        <a:lstStyle/>
        <a:p>
          <a:endParaRPr lang="en-US"/>
        </a:p>
      </dgm:t>
    </dgm:pt>
    <dgm:pt modelId="{909E05EB-A037-4A16-962F-86C2C90E2A8A}" type="sibTrans" cxnId="{EB469A92-A1F9-4D12-9B5E-6ABA9AE3B5CE}">
      <dgm:prSet/>
      <dgm:spPr/>
      <dgm:t>
        <a:bodyPr/>
        <a:lstStyle/>
        <a:p>
          <a:endParaRPr lang="en-US"/>
        </a:p>
      </dgm:t>
    </dgm:pt>
    <dgm:pt modelId="{EFA54AC9-1805-44AC-942A-22A71D6BBE8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i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DALY’s capture most of the health productivity channel</a:t>
          </a:r>
        </a:p>
      </dgm:t>
    </dgm:pt>
    <dgm:pt modelId="{B3AF12EF-7B43-4E3E-A118-FB883FF082D3}" type="parTrans" cxnId="{24382DF3-ECFA-4085-B90B-C7D43242A053}">
      <dgm:prSet/>
      <dgm:spPr/>
      <dgm:t>
        <a:bodyPr/>
        <a:lstStyle/>
        <a:p>
          <a:endParaRPr lang="en-US"/>
        </a:p>
      </dgm:t>
    </dgm:pt>
    <dgm:pt modelId="{E8C64C4A-CA6F-4558-8C71-1AD087866F9E}" type="sibTrans" cxnId="{24382DF3-ECFA-4085-B90B-C7D43242A053}">
      <dgm:prSet/>
      <dgm:spPr/>
      <dgm:t>
        <a:bodyPr/>
        <a:lstStyle/>
        <a:p>
          <a:endParaRPr lang="en-US"/>
        </a:p>
      </dgm:t>
    </dgm:pt>
    <dgm:pt modelId="{AFA2CBDB-4F92-4511-9E9C-956220069360}" type="pres">
      <dgm:prSet presAssocID="{73C5C025-C835-42BB-9E40-2FE4C0CAD7BF}" presName="linearFlow" presStyleCnt="0">
        <dgm:presLayoutVars>
          <dgm:dir/>
          <dgm:animLvl val="lvl"/>
          <dgm:resizeHandles val="exact"/>
        </dgm:presLayoutVars>
      </dgm:prSet>
      <dgm:spPr/>
    </dgm:pt>
    <dgm:pt modelId="{4ADE606A-2A15-493E-8B6B-C5E25FBB1ADB}" type="pres">
      <dgm:prSet presAssocID="{4EFB0342-72D9-4137-94B6-D28FC4418747}" presName="composite" presStyleCnt="0"/>
      <dgm:spPr/>
    </dgm:pt>
    <dgm:pt modelId="{2F8421FD-5243-47D8-AAD3-D7D2CFB8D8AB}" type="pres">
      <dgm:prSet presAssocID="{4EFB0342-72D9-4137-94B6-D28FC441874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2EFEDC4-2EA1-4980-A928-D095E34EDCA5}" type="pres">
      <dgm:prSet presAssocID="{4EFB0342-72D9-4137-94B6-D28FC4418747}" presName="parSh" presStyleLbl="node1" presStyleIdx="0" presStyleCnt="3" custLinFactNeighborX="361" custLinFactNeighborY="-797"/>
      <dgm:spPr/>
    </dgm:pt>
    <dgm:pt modelId="{55DA069A-C291-4A59-AB29-02BE2CE745D4}" type="pres">
      <dgm:prSet presAssocID="{4EFB0342-72D9-4137-94B6-D28FC4418747}" presName="desTx" presStyleLbl="fgAcc1" presStyleIdx="0" presStyleCnt="3" custLinFactY="-42176" custLinFactNeighborX="-17843" custLinFactNeighborY="-100000">
        <dgm:presLayoutVars>
          <dgm:bulletEnabled val="1"/>
        </dgm:presLayoutVars>
      </dgm:prSet>
      <dgm:spPr/>
    </dgm:pt>
    <dgm:pt modelId="{97FF592C-573A-4639-A30F-5409BB717857}" type="pres">
      <dgm:prSet presAssocID="{9F04ABB2-3620-4818-AC04-4CB0DFB55BA8}" presName="sibTrans" presStyleLbl="sibTrans2D1" presStyleIdx="0" presStyleCnt="2"/>
      <dgm:spPr/>
    </dgm:pt>
    <dgm:pt modelId="{85FD9792-9A1B-4FA3-97E8-20FD2F46B317}" type="pres">
      <dgm:prSet presAssocID="{9F04ABB2-3620-4818-AC04-4CB0DFB55BA8}" presName="connTx" presStyleLbl="sibTrans2D1" presStyleIdx="0" presStyleCnt="2"/>
      <dgm:spPr/>
    </dgm:pt>
    <dgm:pt modelId="{FDADFB3C-A789-4BE0-8631-5437823855EA}" type="pres">
      <dgm:prSet presAssocID="{E40A54DA-BD47-41FB-A29F-D8AE1FBF2191}" presName="composite" presStyleCnt="0"/>
      <dgm:spPr/>
    </dgm:pt>
    <dgm:pt modelId="{0B3437F7-483A-4C8F-B279-8C9396777EA3}" type="pres">
      <dgm:prSet presAssocID="{E40A54DA-BD47-41FB-A29F-D8AE1FBF219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B59600D-C95C-479F-9313-00888662D163}" type="pres">
      <dgm:prSet presAssocID="{E40A54DA-BD47-41FB-A29F-D8AE1FBF2191}" presName="parSh" presStyleLbl="node1" presStyleIdx="1" presStyleCnt="3" custLinFactNeighborX="-3400"/>
      <dgm:spPr/>
    </dgm:pt>
    <dgm:pt modelId="{226E016C-9230-4B11-956B-27CFA563CE33}" type="pres">
      <dgm:prSet presAssocID="{E40A54DA-BD47-41FB-A29F-D8AE1FBF2191}" presName="desTx" presStyleLbl="fgAcc1" presStyleIdx="1" presStyleCnt="3" custLinFactY="-49393" custLinFactNeighborX="-23480" custLinFactNeighborY="-100000">
        <dgm:presLayoutVars>
          <dgm:bulletEnabled val="1"/>
        </dgm:presLayoutVars>
      </dgm:prSet>
      <dgm:spPr/>
    </dgm:pt>
    <dgm:pt modelId="{C9CE68AF-2391-4B30-BAA5-D27024EBDCDA}" type="pres">
      <dgm:prSet presAssocID="{E8ADF1B6-C4D1-4B52-B409-68763DC24216}" presName="sibTrans" presStyleLbl="sibTrans2D1" presStyleIdx="1" presStyleCnt="2"/>
      <dgm:spPr/>
    </dgm:pt>
    <dgm:pt modelId="{B789993B-6C21-4B35-AEA7-5792DB2359FB}" type="pres">
      <dgm:prSet presAssocID="{E8ADF1B6-C4D1-4B52-B409-68763DC24216}" presName="connTx" presStyleLbl="sibTrans2D1" presStyleIdx="1" presStyleCnt="2"/>
      <dgm:spPr/>
    </dgm:pt>
    <dgm:pt modelId="{2DB81CA8-4FEC-4C6A-93F9-E724451776E3}" type="pres">
      <dgm:prSet presAssocID="{62326FAB-F23B-4D1B-9DF6-9B21133F7E1F}" presName="composite" presStyleCnt="0"/>
      <dgm:spPr/>
    </dgm:pt>
    <dgm:pt modelId="{450317A6-E11E-440A-8FF4-B886BE7C1539}" type="pres">
      <dgm:prSet presAssocID="{62326FAB-F23B-4D1B-9DF6-9B21133F7E1F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81A9AF6-A88B-4F6E-9B99-4355B784995A}" type="pres">
      <dgm:prSet presAssocID="{62326FAB-F23B-4D1B-9DF6-9B21133F7E1F}" presName="parSh" presStyleLbl="node1" presStyleIdx="2" presStyleCnt="3" custLinFactNeighborX="2427"/>
      <dgm:spPr/>
    </dgm:pt>
    <dgm:pt modelId="{547CF10C-798C-4BED-A8C7-135A1244483E}" type="pres">
      <dgm:prSet presAssocID="{62326FAB-F23B-4D1B-9DF6-9B21133F7E1F}" presName="desTx" presStyleLbl="fgAcc1" presStyleIdx="2" presStyleCnt="3" custLinFactY="-45791" custLinFactNeighborX="-13161" custLinFactNeighborY="-100000">
        <dgm:presLayoutVars>
          <dgm:bulletEnabled val="1"/>
        </dgm:presLayoutVars>
      </dgm:prSet>
      <dgm:spPr/>
    </dgm:pt>
  </dgm:ptLst>
  <dgm:cxnLst>
    <dgm:cxn modelId="{54A38D01-1A10-4797-9B29-C196D9EBE85E}" srcId="{62326FAB-F23B-4D1B-9DF6-9B21133F7E1F}" destId="{7ED60A44-8092-488A-9967-CE29FFCBFE98}" srcOrd="15" destOrd="0" parTransId="{54BBFD42-8114-4127-8675-994F0168FC23}" sibTransId="{E41B8777-3937-4B52-B9AE-B403C05B2406}"/>
    <dgm:cxn modelId="{8DB3D202-DA89-46E8-B1BA-BEDF390CEA0D}" type="presOf" srcId="{80FFB124-AF1D-4DD0-AA3C-5849B4DC1206}" destId="{226E016C-9230-4B11-956B-27CFA563CE33}" srcOrd="0" destOrd="3" presId="urn:microsoft.com/office/officeart/2005/8/layout/process3"/>
    <dgm:cxn modelId="{456FDD02-A865-4E78-A92C-523A9A78E871}" type="presOf" srcId="{92B2327D-FA23-4EC7-B461-6948C6FAA5CD}" destId="{55DA069A-C291-4A59-AB29-02BE2CE745D4}" srcOrd="0" destOrd="11" presId="urn:microsoft.com/office/officeart/2005/8/layout/process3"/>
    <dgm:cxn modelId="{B7E0B806-683B-4E11-B703-F378FAAC56C7}" type="presOf" srcId="{0D144CFA-1B89-48C2-9E24-6FA29BA5F87B}" destId="{226E016C-9230-4B11-956B-27CFA563CE33}" srcOrd="0" destOrd="10" presId="urn:microsoft.com/office/officeart/2005/8/layout/process3"/>
    <dgm:cxn modelId="{2C261409-252F-429F-B720-EBE75956219B}" srcId="{4EFB0342-72D9-4137-94B6-D28FC4418747}" destId="{33136625-90A2-4840-A585-D6955579782E}" srcOrd="5" destOrd="0" parTransId="{6CDA07E0-5C51-4D97-8D8B-F168F2BE72E3}" sibTransId="{8FAAB196-DF53-4951-835F-58E6EFC5A8D1}"/>
    <dgm:cxn modelId="{6494E60B-0CB7-4208-A08F-913114C977A1}" type="presOf" srcId="{B949A6D7-C4BC-4BBA-8550-CE166C85D5B2}" destId="{55DA069A-C291-4A59-AB29-02BE2CE745D4}" srcOrd="0" destOrd="6" presId="urn:microsoft.com/office/officeart/2005/8/layout/process3"/>
    <dgm:cxn modelId="{8B7E8011-F3B4-410E-A457-DC3E92DC0B6A}" type="presOf" srcId="{1FAD9A23-AA22-45FE-BF68-E688DCFA759D}" destId="{55DA069A-C291-4A59-AB29-02BE2CE745D4}" srcOrd="0" destOrd="10" presId="urn:microsoft.com/office/officeart/2005/8/layout/process3"/>
    <dgm:cxn modelId="{9FC5E015-5714-4FA9-B29C-1DA2503AB146}" type="presOf" srcId="{73C5C025-C835-42BB-9E40-2FE4C0CAD7BF}" destId="{AFA2CBDB-4F92-4511-9E9C-956220069360}" srcOrd="0" destOrd="0" presId="urn:microsoft.com/office/officeart/2005/8/layout/process3"/>
    <dgm:cxn modelId="{CB739F18-DA28-409D-AB19-3DCC927CF607}" type="presOf" srcId="{EF5147E2-19FC-4E1C-BF86-662EE47DC928}" destId="{547CF10C-798C-4BED-A8C7-135A1244483E}" srcOrd="0" destOrd="6" presId="urn:microsoft.com/office/officeart/2005/8/layout/process3"/>
    <dgm:cxn modelId="{8838831C-225F-4EB2-B4FD-7B40A9B34884}" srcId="{E40A54DA-BD47-41FB-A29F-D8AE1FBF2191}" destId="{70AD3003-F5AF-4112-B496-EE4CD003F215}" srcOrd="2" destOrd="0" parTransId="{328889B5-0849-4513-80DC-D50137C9C88B}" sibTransId="{52F6683D-EEA7-4A35-8ABA-D6D0FEE10A08}"/>
    <dgm:cxn modelId="{DCDFB122-87DA-4828-B0BB-1967532E3970}" type="presOf" srcId="{5ED47F6D-A47D-412F-B460-22EFF48ED397}" destId="{226E016C-9230-4B11-956B-27CFA563CE33}" srcOrd="0" destOrd="7" presId="urn:microsoft.com/office/officeart/2005/8/layout/process3"/>
    <dgm:cxn modelId="{7BA3E222-D59A-4DB2-9536-FA08F22CE8BC}" srcId="{E40A54DA-BD47-41FB-A29F-D8AE1FBF2191}" destId="{0D144CFA-1B89-48C2-9E24-6FA29BA5F87B}" srcOrd="10" destOrd="0" parTransId="{07F843E7-A38B-4A34-AF51-98FE7B7C6C65}" sibTransId="{04E63436-5E1A-489E-88E0-53E193A135FE}"/>
    <dgm:cxn modelId="{F49DF323-8F66-429B-B092-E3E0AA3FFBB6}" srcId="{4EFB0342-72D9-4137-94B6-D28FC4418747}" destId="{92B2327D-FA23-4EC7-B461-6948C6FAA5CD}" srcOrd="11" destOrd="0" parTransId="{7239DF79-5823-4885-94A6-F91988D0A139}" sibTransId="{419A1E44-D0C7-4004-BD2D-69D64D3C9BEC}"/>
    <dgm:cxn modelId="{B6189725-DFA3-4F2E-895C-D268ED74021D}" type="presOf" srcId="{A5A05C85-1E7F-4C8E-919F-C436B919205B}" destId="{547CF10C-798C-4BED-A8C7-135A1244483E}" srcOrd="0" destOrd="0" presId="urn:microsoft.com/office/officeart/2005/8/layout/process3"/>
    <dgm:cxn modelId="{2E67B327-5ECF-43FA-878C-9F448171047C}" srcId="{73C5C025-C835-42BB-9E40-2FE4C0CAD7BF}" destId="{E40A54DA-BD47-41FB-A29F-D8AE1FBF2191}" srcOrd="1" destOrd="0" parTransId="{84308B7C-8317-4FB7-9DB6-4DE3A1F3AC4F}" sibTransId="{E8ADF1B6-C4D1-4B52-B409-68763DC24216}"/>
    <dgm:cxn modelId="{10957B2B-A8F9-4932-ABA6-1DF9A369982A}" srcId="{62326FAB-F23B-4D1B-9DF6-9B21133F7E1F}" destId="{5EF65B11-EF2C-476E-93AD-14A771A65312}" srcOrd="11" destOrd="0" parTransId="{B3FCD8B0-48FE-4F47-8D8D-AE748E8B83AC}" sibTransId="{9CD42A62-B15D-412A-9F75-E0FE8B1CAB91}"/>
    <dgm:cxn modelId="{2BD15731-0678-4750-B135-BF112A33FB36}" type="presOf" srcId="{D6774C44-A1AD-4456-8D8E-8B548AF7918D}" destId="{226E016C-9230-4B11-956B-27CFA563CE33}" srcOrd="0" destOrd="1" presId="urn:microsoft.com/office/officeart/2005/8/layout/process3"/>
    <dgm:cxn modelId="{BB398D38-7916-4E1C-931D-695A3EAD7856}" type="presOf" srcId="{EFA54AC9-1805-44AC-942A-22A71D6BBE85}" destId="{547CF10C-798C-4BED-A8C7-135A1244483E}" srcOrd="0" destOrd="14" presId="urn:microsoft.com/office/officeart/2005/8/layout/process3"/>
    <dgm:cxn modelId="{76B1F43F-67EB-41FC-AC32-917631BB4370}" type="presOf" srcId="{E8ADF1B6-C4D1-4B52-B409-68763DC24216}" destId="{B789993B-6C21-4B35-AEA7-5792DB2359FB}" srcOrd="1" destOrd="0" presId="urn:microsoft.com/office/officeart/2005/8/layout/process3"/>
    <dgm:cxn modelId="{D52E0D5C-DA6A-4AD8-8C5C-C4D02E259FDC}" type="presOf" srcId="{5FFDBCCD-BDF2-42AE-AB49-7F3E29F38982}" destId="{547CF10C-798C-4BED-A8C7-135A1244483E}" srcOrd="0" destOrd="13" presId="urn:microsoft.com/office/officeart/2005/8/layout/process3"/>
    <dgm:cxn modelId="{2C12625D-E342-423A-963E-1398C1D6FC8B}" type="presOf" srcId="{83435FDE-A328-4105-98CC-F84F12949A63}" destId="{55DA069A-C291-4A59-AB29-02BE2CE745D4}" srcOrd="0" destOrd="4" presId="urn:microsoft.com/office/officeart/2005/8/layout/process3"/>
    <dgm:cxn modelId="{8164485F-626B-4E45-BB87-11BA71C36B4D}" srcId="{E40A54DA-BD47-41FB-A29F-D8AE1FBF2191}" destId="{EAFBB238-22D0-4767-818A-370B5B6F22B9}" srcOrd="4" destOrd="0" parTransId="{8DC6B0A0-DEDA-493B-BC4F-83F80876A63A}" sibTransId="{BDA9CB3B-0B2D-401D-8033-1A26E48160A2}"/>
    <dgm:cxn modelId="{2086F460-698F-4F39-89DC-620DBC048060}" srcId="{62326FAB-F23B-4D1B-9DF6-9B21133F7E1F}" destId="{3AD1965B-5F5B-4CF1-B4AE-ED11EFEC83AF}" srcOrd="2" destOrd="0" parTransId="{5F614BEA-789F-4856-827F-A165D20D85D4}" sibTransId="{86A21CE4-D01F-47B0-A35B-880FDFD85CDC}"/>
    <dgm:cxn modelId="{7E2ADB64-76EB-4A3E-BCA3-116D9B6477F2}" type="presOf" srcId="{4EFB0342-72D9-4137-94B6-D28FC4418747}" destId="{22EFEDC4-2EA1-4980-A928-D095E34EDCA5}" srcOrd="1" destOrd="0" presId="urn:microsoft.com/office/officeart/2005/8/layout/process3"/>
    <dgm:cxn modelId="{98E84A65-5AB0-4D50-98B2-5FF5ECD12BD2}" srcId="{62326FAB-F23B-4D1B-9DF6-9B21133F7E1F}" destId="{5372A2ED-F812-4B32-8247-4F8F5390E71A}" srcOrd="10" destOrd="0" parTransId="{B32CB701-6C61-460B-9405-BB79ABC83DEA}" sibTransId="{479CFC36-682F-43C6-8D30-51770872D08A}"/>
    <dgm:cxn modelId="{E3C79A65-94BE-4541-B4CC-CF3C757641FF}" type="presOf" srcId="{1B7ED5D0-A690-4771-9F14-5063710C3CB7}" destId="{547CF10C-798C-4BED-A8C7-135A1244483E}" srcOrd="0" destOrd="3" presId="urn:microsoft.com/office/officeart/2005/8/layout/process3"/>
    <dgm:cxn modelId="{AF429F66-C045-4F4F-AAA8-EB0118298AF3}" type="presOf" srcId="{5EF65B11-EF2C-476E-93AD-14A771A65312}" destId="{547CF10C-798C-4BED-A8C7-135A1244483E}" srcOrd="0" destOrd="11" presId="urn:microsoft.com/office/officeart/2005/8/layout/process3"/>
    <dgm:cxn modelId="{0B536667-BD25-4B5C-8AC1-BF755D7AAF49}" type="presOf" srcId="{3265C081-3E52-4BF5-A69B-CFA6E1A310EB}" destId="{55DA069A-C291-4A59-AB29-02BE2CE745D4}" srcOrd="0" destOrd="9" presId="urn:microsoft.com/office/officeart/2005/8/layout/process3"/>
    <dgm:cxn modelId="{30B36C47-DD76-48EE-9518-A0397D925544}" type="presOf" srcId="{B0D655A1-7F7B-40E0-801F-71858540881E}" destId="{547CF10C-798C-4BED-A8C7-135A1244483E}" srcOrd="0" destOrd="9" presId="urn:microsoft.com/office/officeart/2005/8/layout/process3"/>
    <dgm:cxn modelId="{04475867-5753-4269-A673-AE995AABF211}" type="presOf" srcId="{E40A54DA-BD47-41FB-A29F-D8AE1FBF2191}" destId="{0B3437F7-483A-4C8F-B279-8C9396777EA3}" srcOrd="0" destOrd="0" presId="urn:microsoft.com/office/officeart/2005/8/layout/process3"/>
    <dgm:cxn modelId="{110EB647-EB6E-4578-8D1E-13A6C3EC1F0E}" srcId="{4EFB0342-72D9-4137-94B6-D28FC4418747}" destId="{72B2CF09-3B89-44D5-8C9B-A0E75FA3C286}" srcOrd="2" destOrd="0" parTransId="{416D066C-AA96-4D37-BEC3-17B76048DEB3}" sibTransId="{4C0A8C98-1FA9-4186-87D3-32142F36E335}"/>
    <dgm:cxn modelId="{F4F44D68-1182-4116-A2F1-DE493448E39B}" type="presOf" srcId="{A54498C8-BEF5-4D8B-B357-881E261C8E10}" destId="{547CF10C-798C-4BED-A8C7-135A1244483E}" srcOrd="0" destOrd="5" presId="urn:microsoft.com/office/officeart/2005/8/layout/process3"/>
    <dgm:cxn modelId="{1DC87B49-63A2-46F2-A769-AEAF9D5B9E4F}" type="presOf" srcId="{72B2CF09-3B89-44D5-8C9B-A0E75FA3C286}" destId="{55DA069A-C291-4A59-AB29-02BE2CE745D4}" srcOrd="0" destOrd="2" presId="urn:microsoft.com/office/officeart/2005/8/layout/process3"/>
    <dgm:cxn modelId="{2A981C4A-4D24-406D-9665-0DE918E177F3}" type="presOf" srcId="{71229B9A-2DDC-49F6-9384-011858E43E5B}" destId="{547CF10C-798C-4BED-A8C7-135A1244483E}" srcOrd="0" destOrd="7" presId="urn:microsoft.com/office/officeart/2005/8/layout/process3"/>
    <dgm:cxn modelId="{019E9B4B-D502-42D4-B204-E61B490C6500}" type="presOf" srcId="{E40A54DA-BD47-41FB-A29F-D8AE1FBF2191}" destId="{3B59600D-C95C-479F-9313-00888662D163}" srcOrd="1" destOrd="0" presId="urn:microsoft.com/office/officeart/2005/8/layout/process3"/>
    <dgm:cxn modelId="{83289E4C-278E-44F3-A309-1F6020CEE42F}" srcId="{62326FAB-F23B-4D1B-9DF6-9B21133F7E1F}" destId="{EF5147E2-19FC-4E1C-BF86-662EE47DC928}" srcOrd="6" destOrd="0" parTransId="{7916775C-19D8-452A-81CF-36CF7F8FD9DD}" sibTransId="{F585C186-320D-4687-B52D-931659D682BC}"/>
    <dgm:cxn modelId="{CEF3EE4C-89DD-4025-A0D7-B72DD696C040}" type="presOf" srcId="{DC61DBD0-D44B-4324-AA7F-6D46F9810E47}" destId="{226E016C-9230-4B11-956B-27CFA563CE33}" srcOrd="0" destOrd="9" presId="urn:microsoft.com/office/officeart/2005/8/layout/process3"/>
    <dgm:cxn modelId="{43F1C66F-613F-4D09-A1F1-2661765B9991}" srcId="{4EFB0342-72D9-4137-94B6-D28FC4418747}" destId="{1FAD9A23-AA22-45FE-BF68-E688DCFA759D}" srcOrd="10" destOrd="0" parTransId="{964E9FEA-6874-4FB7-BF11-39C2999BBE64}" sibTransId="{BA6189F9-FEC6-4D3B-8ED8-8A2F22635AC7}"/>
    <dgm:cxn modelId="{6FBC4270-E926-45DE-A782-1004FAA9116B}" srcId="{4EFB0342-72D9-4137-94B6-D28FC4418747}" destId="{CFC251A7-5E8D-4778-A70B-6BD515E7967E}" srcOrd="1" destOrd="0" parTransId="{88369D19-8A5A-48FF-ABDD-032086136295}" sibTransId="{9E30CCD7-AA2C-44F0-962A-1A50B0D45A99}"/>
    <dgm:cxn modelId="{B2529350-69C4-467D-9EAA-CADD1848A812}" type="presOf" srcId="{EAE80EC4-4EE7-46BE-82F7-2A7365920D3B}" destId="{226E016C-9230-4B11-956B-27CFA563CE33}" srcOrd="0" destOrd="12" presId="urn:microsoft.com/office/officeart/2005/8/layout/process3"/>
    <dgm:cxn modelId="{C1D05151-60E4-46C2-A5B7-39321DF7F2EE}" srcId="{73C5C025-C835-42BB-9E40-2FE4C0CAD7BF}" destId="{4EFB0342-72D9-4137-94B6-D28FC4418747}" srcOrd="0" destOrd="0" parTransId="{072C78C7-8578-4257-819E-C6CD812B7A23}" sibTransId="{9F04ABB2-3620-4818-AC04-4CB0DFB55BA8}"/>
    <dgm:cxn modelId="{6AAA7373-E190-4794-B160-DDE3F3C048C1}" type="presOf" srcId="{9B8E0B68-E8F7-4917-ACDC-905D2D8FF396}" destId="{226E016C-9230-4B11-956B-27CFA563CE33}" srcOrd="0" destOrd="0" presId="urn:microsoft.com/office/officeart/2005/8/layout/process3"/>
    <dgm:cxn modelId="{51EEB753-7779-463D-81FB-98533827B91B}" type="presOf" srcId="{CEBCE9AA-3373-4F24-97B6-A43BC3CAC2F4}" destId="{226E016C-9230-4B11-956B-27CFA563CE33}" srcOrd="0" destOrd="5" presId="urn:microsoft.com/office/officeart/2005/8/layout/process3"/>
    <dgm:cxn modelId="{92DA2E54-DD1A-4B03-BC5D-3DDB9A2E2B7F}" srcId="{4EFB0342-72D9-4137-94B6-D28FC4418747}" destId="{757986BA-BE75-4388-8F8C-D2E53B151ABA}" srcOrd="7" destOrd="0" parTransId="{A8B78429-26C5-4E19-8B75-2089614D9976}" sibTransId="{25F386FA-D01E-48CE-8DF0-98750347F6EF}"/>
    <dgm:cxn modelId="{4EECB755-45B1-4CA6-9C71-DAC29260422E}" srcId="{62326FAB-F23B-4D1B-9DF6-9B21133F7E1F}" destId="{A5A05C85-1E7F-4C8E-919F-C436B919205B}" srcOrd="0" destOrd="0" parTransId="{E7A4933C-3096-4AE4-8CA2-4F9D8FB587A9}" sibTransId="{4889C2AA-D5B3-4335-9BC6-C57EA5D43697}"/>
    <dgm:cxn modelId="{3792C557-E2D5-4979-88FA-7E43D949DEE7}" srcId="{E40A54DA-BD47-41FB-A29F-D8AE1FBF2191}" destId="{5ED47F6D-A47D-412F-B460-22EFF48ED397}" srcOrd="7" destOrd="0" parTransId="{BAD400F2-626A-4E72-8D21-EF7405A8EAF8}" sibTransId="{A1F42494-916E-4D91-9B76-E96D5E7E4ECD}"/>
    <dgm:cxn modelId="{213D5481-BC60-453B-BC5E-3DEDD0642B66}" type="presOf" srcId="{91C06CBC-20FC-4896-A914-814CE2B097DE}" destId="{547CF10C-798C-4BED-A8C7-135A1244483E}" srcOrd="0" destOrd="4" presId="urn:microsoft.com/office/officeart/2005/8/layout/process3"/>
    <dgm:cxn modelId="{331C3988-1E5F-4B07-B249-6DAA0A18F440}" srcId="{E40A54DA-BD47-41FB-A29F-D8AE1FBF2191}" destId="{31B8356B-F227-4295-B60A-081DC82F2480}" srcOrd="11" destOrd="0" parTransId="{E4EA6C0C-645A-44B2-B858-C30B1C2D9226}" sibTransId="{36C2ED92-9ACA-44E9-A357-83FA386AE06B}"/>
    <dgm:cxn modelId="{206F5E88-3669-4BA6-975F-322E923E316D}" srcId="{E40A54DA-BD47-41FB-A29F-D8AE1FBF2191}" destId="{CF366E4C-E9F0-4A20-AAFE-9B75C9E3E14B}" srcOrd="8" destOrd="0" parTransId="{44C99A79-853A-4574-B92D-8617E8FDFEC3}" sibTransId="{3C384792-D42A-46B2-A751-998999A119EF}"/>
    <dgm:cxn modelId="{01D9B789-0C6E-4806-A789-2D511394DB00}" type="presOf" srcId="{C218BF62-544D-458D-A54C-79CD2068DDC3}" destId="{547CF10C-798C-4BED-A8C7-135A1244483E}" srcOrd="0" destOrd="1" presId="urn:microsoft.com/office/officeart/2005/8/layout/process3"/>
    <dgm:cxn modelId="{9B33B98C-C83F-4A45-9E55-7C39F4921733}" srcId="{4EFB0342-72D9-4137-94B6-D28FC4418747}" destId="{FC426AF5-E941-4B3E-B9EB-7D5881CF8A91}" srcOrd="8" destOrd="0" parTransId="{AF12266D-BC74-42C0-96F3-7617C40F2177}" sibTransId="{C4670258-BCDA-4F7A-BFE3-E0572F70D66C}"/>
    <dgm:cxn modelId="{EB469A92-A1F9-4D12-9B5E-6ABA9AE3B5CE}" srcId="{62326FAB-F23B-4D1B-9DF6-9B21133F7E1F}" destId="{C1A44D14-87E0-4401-84BF-D0EBCB671EA7}" srcOrd="8" destOrd="0" parTransId="{2355366C-252C-46E1-B0CF-BAB39393E0C0}" sibTransId="{909E05EB-A037-4A16-962F-86C2C90E2A8A}"/>
    <dgm:cxn modelId="{B9981A93-C74B-41EE-8218-0891D14756F7}" srcId="{62326FAB-F23B-4D1B-9DF6-9B21133F7E1F}" destId="{5FFDBCCD-BDF2-42AE-AB49-7F3E29F38982}" srcOrd="13" destOrd="0" parTransId="{4CA56A4D-2641-4A84-916D-1EA41DC428A8}" sibTransId="{33A8CEC5-6995-4675-BF82-71989979EB36}"/>
    <dgm:cxn modelId="{825FC495-7BC0-40C1-A48B-E09159F00029}" srcId="{4EFB0342-72D9-4137-94B6-D28FC4418747}" destId="{3265C081-3E52-4BF5-A69B-CFA6E1A310EB}" srcOrd="9" destOrd="0" parTransId="{149D8988-C1D9-4BFC-9608-3D09980E0228}" sibTransId="{1A2F79BF-473B-4135-94FF-B0940AC2246E}"/>
    <dgm:cxn modelId="{B4AD8496-5123-41C2-A13F-9063CD8A5357}" type="presOf" srcId="{33136625-90A2-4840-A585-D6955579782E}" destId="{55DA069A-C291-4A59-AB29-02BE2CE745D4}" srcOrd="0" destOrd="5" presId="urn:microsoft.com/office/officeart/2005/8/layout/process3"/>
    <dgm:cxn modelId="{3A6F8897-EF2D-4CAA-85A9-C476021CFC39}" type="presOf" srcId="{62326FAB-F23B-4D1B-9DF6-9B21133F7E1F}" destId="{D81A9AF6-A88B-4F6E-9B99-4355B784995A}" srcOrd="1" destOrd="0" presId="urn:microsoft.com/office/officeart/2005/8/layout/process3"/>
    <dgm:cxn modelId="{D93F669B-12A2-4CEF-ABBC-6CA088D4BE7C}" type="presOf" srcId="{E8ADF1B6-C4D1-4B52-B409-68763DC24216}" destId="{C9CE68AF-2391-4B30-BAA5-D27024EBDCDA}" srcOrd="0" destOrd="0" presId="urn:microsoft.com/office/officeart/2005/8/layout/process3"/>
    <dgm:cxn modelId="{F1C7EB9B-F971-40C3-B168-6C3BFC2964D6}" srcId="{E40A54DA-BD47-41FB-A29F-D8AE1FBF2191}" destId="{80FFB124-AF1D-4DD0-AA3C-5849B4DC1206}" srcOrd="3" destOrd="0" parTransId="{970AAACB-D6E9-4141-B949-7069DB533DA0}" sibTransId="{815F16CE-2F0B-4E39-9EFE-8C5697972F99}"/>
    <dgm:cxn modelId="{D00C7B9E-5E88-4480-B627-949AAAAA282E}" srcId="{62326FAB-F23B-4D1B-9DF6-9B21133F7E1F}" destId="{1B7ED5D0-A690-4771-9F14-5063710C3CB7}" srcOrd="3" destOrd="0" parTransId="{7410CF55-5F2E-4053-A091-869DE3F6EB96}" sibTransId="{2977F4C5-5EBD-4A84-9A00-DEA3A1F039DC}"/>
    <dgm:cxn modelId="{87CAD89E-D2D2-491D-AB5F-A12FDBD41EE8}" srcId="{4EFB0342-72D9-4137-94B6-D28FC4418747}" destId="{B949A6D7-C4BC-4BBA-8550-CE166C85D5B2}" srcOrd="6" destOrd="0" parTransId="{D77C9221-CFC3-4BC9-A904-CFA65954DEB6}" sibTransId="{81859DCB-A5DF-485C-A9AB-167BE3FA801A}"/>
    <dgm:cxn modelId="{DA1DB2A2-B656-41FA-884D-7A507B9672EC}" type="presOf" srcId="{5372A2ED-F812-4B32-8247-4F8F5390E71A}" destId="{547CF10C-798C-4BED-A8C7-135A1244483E}" srcOrd="0" destOrd="10" presId="urn:microsoft.com/office/officeart/2005/8/layout/process3"/>
    <dgm:cxn modelId="{B02100A3-A7F1-48C0-B135-B2582C62EA81}" type="presOf" srcId="{9E947CAD-1CE1-41B1-851E-763D7646C176}" destId="{226E016C-9230-4B11-956B-27CFA563CE33}" srcOrd="0" destOrd="6" presId="urn:microsoft.com/office/officeart/2005/8/layout/process3"/>
    <dgm:cxn modelId="{AF92EEA5-BB3D-4ACE-B9E6-4654E2E862C4}" srcId="{4EFB0342-72D9-4137-94B6-D28FC4418747}" destId="{A1108AC4-DEDA-4F53-AD82-1D370934CBB5}" srcOrd="3" destOrd="0" parTransId="{4D480B5A-5F53-449A-81A2-AF3988545DE9}" sibTransId="{C93F680D-F204-4DEC-A8D9-D09CC3A48762}"/>
    <dgm:cxn modelId="{D22F41A7-9D80-4171-951E-083B8FAA2846}" type="presOf" srcId="{EAFBB238-22D0-4767-818A-370B5B6F22B9}" destId="{226E016C-9230-4B11-956B-27CFA563CE33}" srcOrd="0" destOrd="4" presId="urn:microsoft.com/office/officeart/2005/8/layout/process3"/>
    <dgm:cxn modelId="{6FF752A9-0617-4A06-8D11-3C040EA85BB4}" type="presOf" srcId="{62326FAB-F23B-4D1B-9DF6-9B21133F7E1F}" destId="{450317A6-E11E-440A-8FF4-B886BE7C1539}" srcOrd="0" destOrd="0" presId="urn:microsoft.com/office/officeart/2005/8/layout/process3"/>
    <dgm:cxn modelId="{B26CA2A9-E451-4C39-AEA5-D0C7894C7445}" srcId="{62326FAB-F23B-4D1B-9DF6-9B21133F7E1F}" destId="{B0D655A1-7F7B-40E0-801F-71858540881E}" srcOrd="9" destOrd="0" parTransId="{7E6C9101-08A7-4B78-9041-9E7FCA8CBF66}" sibTransId="{7E93F163-1DC5-49F1-8242-BF75F143BC23}"/>
    <dgm:cxn modelId="{8073EDA9-2F9E-4F2A-9D88-A81A34A7B9E5}" type="presOf" srcId="{7ED60A44-8092-488A-9967-CE29FFCBFE98}" destId="{547CF10C-798C-4BED-A8C7-135A1244483E}" srcOrd="0" destOrd="15" presId="urn:microsoft.com/office/officeart/2005/8/layout/process3"/>
    <dgm:cxn modelId="{7526D6AD-698A-4F8C-B3E2-6287EC4A945B}" type="presOf" srcId="{CF366E4C-E9F0-4A20-AAFE-9B75C9E3E14B}" destId="{226E016C-9230-4B11-956B-27CFA563CE33}" srcOrd="0" destOrd="8" presId="urn:microsoft.com/office/officeart/2005/8/layout/process3"/>
    <dgm:cxn modelId="{BDED59B1-9CCE-48CB-9DAA-2F719E3F1BFF}" srcId="{E40A54DA-BD47-41FB-A29F-D8AE1FBF2191}" destId="{D6774C44-A1AD-4456-8D8E-8B548AF7918D}" srcOrd="1" destOrd="0" parTransId="{84CD74E8-8ABB-4B41-B436-B2A50D13CDF8}" sibTransId="{72308F9C-17E0-4FC7-B251-17D8F011146D}"/>
    <dgm:cxn modelId="{47DF04B3-7E93-4363-B117-5725A134960D}" type="presOf" srcId="{757986BA-BE75-4388-8F8C-D2E53B151ABA}" destId="{55DA069A-C291-4A59-AB29-02BE2CE745D4}" srcOrd="0" destOrd="7" presId="urn:microsoft.com/office/officeart/2005/8/layout/process3"/>
    <dgm:cxn modelId="{75D08FBA-66C4-4711-87CE-29AA96A55175}" type="presOf" srcId="{3AD1965B-5F5B-4CF1-B4AE-ED11EFEC83AF}" destId="{547CF10C-798C-4BED-A8C7-135A1244483E}" srcOrd="0" destOrd="2" presId="urn:microsoft.com/office/officeart/2005/8/layout/process3"/>
    <dgm:cxn modelId="{429242BD-7560-4C2D-917D-619EBDECA41B}" type="presOf" srcId="{A1108AC4-DEDA-4F53-AD82-1D370934CBB5}" destId="{55DA069A-C291-4A59-AB29-02BE2CE745D4}" srcOrd="0" destOrd="3" presId="urn:microsoft.com/office/officeart/2005/8/layout/process3"/>
    <dgm:cxn modelId="{17EC82BE-9F73-4B38-93A4-6AF9692E78E0}" srcId="{E40A54DA-BD47-41FB-A29F-D8AE1FBF2191}" destId="{9B8E0B68-E8F7-4917-ACDC-905D2D8FF396}" srcOrd="0" destOrd="0" parTransId="{16B20267-DB7C-4358-801F-CC97130806B8}" sibTransId="{5EA23767-322C-4A06-BCE9-BA7A12D03083}"/>
    <dgm:cxn modelId="{71C111C1-580D-4F1B-88CC-660DA7A70A80}" srcId="{E40A54DA-BD47-41FB-A29F-D8AE1FBF2191}" destId="{9E947CAD-1CE1-41B1-851E-763D7646C176}" srcOrd="6" destOrd="0" parTransId="{E77F6442-05A6-4853-A871-5DD03E35FA0D}" sibTransId="{C174CCD8-4A19-4CF6-87F0-D2EE4A495A34}"/>
    <dgm:cxn modelId="{F8224EC3-3FC3-453E-8E3B-5CBFB1CF2329}" srcId="{62326FAB-F23B-4D1B-9DF6-9B21133F7E1F}" destId="{A54498C8-BEF5-4D8B-B357-881E261C8E10}" srcOrd="5" destOrd="0" parTransId="{2A5BA852-C8AD-4C91-B860-F37D445C714C}" sibTransId="{91D7BF3A-410C-4C42-BFBF-E3F81843EC2B}"/>
    <dgm:cxn modelId="{E3C7EDC4-44C9-4D9C-8AB6-181A495193CC}" srcId="{E40A54DA-BD47-41FB-A29F-D8AE1FBF2191}" destId="{DC61DBD0-D44B-4324-AA7F-6D46F9810E47}" srcOrd="9" destOrd="0" parTransId="{1DBC38DC-2851-4C96-9C45-C44E40AC4A10}" sibTransId="{512EAC4E-1256-4EAF-8505-4BA37E900210}"/>
    <dgm:cxn modelId="{18ABF4C4-909B-48F2-BD26-249502B0789D}" srcId="{62326FAB-F23B-4D1B-9DF6-9B21133F7E1F}" destId="{71229B9A-2DDC-49F6-9384-011858E43E5B}" srcOrd="7" destOrd="0" parTransId="{718D98D7-2C36-4CA0-93D9-981C103C8E49}" sibTransId="{FF83ABC8-CB9C-4B32-BFA3-5CA84BBDCF8B}"/>
    <dgm:cxn modelId="{75991CC5-046C-4F41-807F-E76849CF0725}" srcId="{62326FAB-F23B-4D1B-9DF6-9B21133F7E1F}" destId="{A8FEEAD0-10D9-4BA0-9FF6-E76FBF161939}" srcOrd="12" destOrd="0" parTransId="{D736D654-D828-4A3F-8A2D-83D7CBB96514}" sibTransId="{3B6157AC-B93F-4CAB-B65D-81A44AE68524}"/>
    <dgm:cxn modelId="{A8CFA6C6-0469-4791-8B1A-871CA7EF5422}" type="presOf" srcId="{9F04ABB2-3620-4818-AC04-4CB0DFB55BA8}" destId="{97FF592C-573A-4639-A30F-5409BB717857}" srcOrd="0" destOrd="0" presId="urn:microsoft.com/office/officeart/2005/8/layout/process3"/>
    <dgm:cxn modelId="{4863D2C9-6309-4557-A0CD-4BA6A889E2BF}" type="presOf" srcId="{FC426AF5-E941-4B3E-B9EB-7D5881CF8A91}" destId="{55DA069A-C291-4A59-AB29-02BE2CE745D4}" srcOrd="0" destOrd="8" presId="urn:microsoft.com/office/officeart/2005/8/layout/process3"/>
    <dgm:cxn modelId="{847F6FCC-2053-4D71-B03B-3EBA606A7923}" type="presOf" srcId="{A8FEEAD0-10D9-4BA0-9FF6-E76FBF161939}" destId="{547CF10C-798C-4BED-A8C7-135A1244483E}" srcOrd="0" destOrd="12" presId="urn:microsoft.com/office/officeart/2005/8/layout/process3"/>
    <dgm:cxn modelId="{51E424D2-45F0-4743-9C33-81F293D1F64B}" srcId="{4EFB0342-72D9-4137-94B6-D28FC4418747}" destId="{EF7D0D78-25FC-4A9B-84B4-1F028B6DAE30}" srcOrd="0" destOrd="0" parTransId="{C46827D1-1681-449C-A588-3814AE0930A3}" sibTransId="{991C3FE0-AB70-4FB6-8ADA-512886D1BDB3}"/>
    <dgm:cxn modelId="{5BE675D3-AB6D-4D13-A4A1-4D4D274871A9}" srcId="{73C5C025-C835-42BB-9E40-2FE4C0CAD7BF}" destId="{62326FAB-F23B-4D1B-9DF6-9B21133F7E1F}" srcOrd="2" destOrd="0" parTransId="{59CFCF56-5B72-495A-B709-16F72FBFFA8A}" sibTransId="{4BDD62D7-0C6D-4EE9-8779-60DEAED8BA5E}"/>
    <dgm:cxn modelId="{572479D7-EF4C-4C28-842B-012430B88472}" srcId="{4EFB0342-72D9-4137-94B6-D28FC4418747}" destId="{83435FDE-A328-4105-98CC-F84F12949A63}" srcOrd="4" destOrd="0" parTransId="{1CF1A723-8F78-46C4-8991-F444824A0191}" sibTransId="{DBE7B4AC-0009-4917-AC77-F58D84338E70}"/>
    <dgm:cxn modelId="{8D9EAEDD-D5BE-4B0E-9E0B-E426C0E740A9}" srcId="{62326FAB-F23B-4D1B-9DF6-9B21133F7E1F}" destId="{C218BF62-544D-458D-A54C-79CD2068DDC3}" srcOrd="1" destOrd="0" parTransId="{998B8F04-1E9F-4844-B7C4-3B446DEF3EB1}" sibTransId="{6719AE45-92A2-4186-A0F6-450F5A0548AF}"/>
    <dgm:cxn modelId="{BEF166E0-DAB8-4AFC-A7F0-4F9E2F3CF5C0}" srcId="{E40A54DA-BD47-41FB-A29F-D8AE1FBF2191}" destId="{EAE80EC4-4EE7-46BE-82F7-2A7365920D3B}" srcOrd="12" destOrd="0" parTransId="{7305AE2E-D6B1-4E74-8C56-75332425ECA6}" sibTransId="{F67EA69E-7B3C-4BED-97F0-F8779CB4AC99}"/>
    <dgm:cxn modelId="{E735F7E0-64EC-42D6-95E6-59B1EA7E0AB7}" type="presOf" srcId="{CFC251A7-5E8D-4778-A70B-6BD515E7967E}" destId="{55DA069A-C291-4A59-AB29-02BE2CE745D4}" srcOrd="0" destOrd="1" presId="urn:microsoft.com/office/officeart/2005/8/layout/process3"/>
    <dgm:cxn modelId="{7B8112E3-6BC1-4414-A3E0-2EED010D6588}" type="presOf" srcId="{70AD3003-F5AF-4112-B496-EE4CD003F215}" destId="{226E016C-9230-4B11-956B-27CFA563CE33}" srcOrd="0" destOrd="2" presId="urn:microsoft.com/office/officeart/2005/8/layout/process3"/>
    <dgm:cxn modelId="{29ACF9E9-4E3D-4DBD-A02E-502E839B5702}" type="presOf" srcId="{C1A44D14-87E0-4401-84BF-D0EBCB671EA7}" destId="{547CF10C-798C-4BED-A8C7-135A1244483E}" srcOrd="0" destOrd="8" presId="urn:microsoft.com/office/officeart/2005/8/layout/process3"/>
    <dgm:cxn modelId="{9E8AA1EB-771A-414B-BF5E-49DE34A5FE9D}" srcId="{E40A54DA-BD47-41FB-A29F-D8AE1FBF2191}" destId="{CEBCE9AA-3373-4F24-97B6-A43BC3CAC2F4}" srcOrd="5" destOrd="0" parTransId="{23B88128-A601-4931-9CFB-EA1A6D6F6B84}" sibTransId="{D045ED20-5E94-4793-8189-56189B8F1CA4}"/>
    <dgm:cxn modelId="{FE66C1EC-B392-4840-AEEA-8B33106887F0}" type="presOf" srcId="{31B8356B-F227-4295-B60A-081DC82F2480}" destId="{226E016C-9230-4B11-956B-27CFA563CE33}" srcOrd="0" destOrd="11" presId="urn:microsoft.com/office/officeart/2005/8/layout/process3"/>
    <dgm:cxn modelId="{24382DF3-ECFA-4085-B90B-C7D43242A053}" srcId="{62326FAB-F23B-4D1B-9DF6-9B21133F7E1F}" destId="{EFA54AC9-1805-44AC-942A-22A71D6BBE85}" srcOrd="14" destOrd="0" parTransId="{B3AF12EF-7B43-4E3E-A118-FB883FF082D3}" sibTransId="{E8C64C4A-CA6F-4558-8C71-1AD087866F9E}"/>
    <dgm:cxn modelId="{5142EDF6-F59E-42AD-BB10-4EB391BF3FEA}" type="presOf" srcId="{EF7D0D78-25FC-4A9B-84B4-1F028B6DAE30}" destId="{55DA069A-C291-4A59-AB29-02BE2CE745D4}" srcOrd="0" destOrd="0" presId="urn:microsoft.com/office/officeart/2005/8/layout/process3"/>
    <dgm:cxn modelId="{932123F7-A211-497B-9121-1451261C7C2F}" type="presOf" srcId="{9F04ABB2-3620-4818-AC04-4CB0DFB55BA8}" destId="{85FD9792-9A1B-4FA3-97E8-20FD2F46B317}" srcOrd="1" destOrd="0" presId="urn:microsoft.com/office/officeart/2005/8/layout/process3"/>
    <dgm:cxn modelId="{27A207FA-37C2-4BE3-89BB-F35389848B4D}" type="presOf" srcId="{4EFB0342-72D9-4137-94B6-D28FC4418747}" destId="{2F8421FD-5243-47D8-AAD3-D7D2CFB8D8AB}" srcOrd="0" destOrd="0" presId="urn:microsoft.com/office/officeart/2005/8/layout/process3"/>
    <dgm:cxn modelId="{F20E5FFB-78F9-4640-A043-2990645EC466}" srcId="{62326FAB-F23B-4D1B-9DF6-9B21133F7E1F}" destId="{91C06CBC-20FC-4896-A914-814CE2B097DE}" srcOrd="4" destOrd="0" parTransId="{68D48DA7-4FB3-4C79-BD94-7E01F2FAF7A8}" sibTransId="{1803C672-2959-4B8E-9CC9-14D752225A72}"/>
    <dgm:cxn modelId="{41FFA7F6-DFEA-4933-A6B1-1AB8BC4521E6}" type="presParOf" srcId="{AFA2CBDB-4F92-4511-9E9C-956220069360}" destId="{4ADE606A-2A15-493E-8B6B-C5E25FBB1ADB}" srcOrd="0" destOrd="0" presId="urn:microsoft.com/office/officeart/2005/8/layout/process3"/>
    <dgm:cxn modelId="{E39A39B6-7BAA-4D0F-86AD-1DB583E0F08A}" type="presParOf" srcId="{4ADE606A-2A15-493E-8B6B-C5E25FBB1ADB}" destId="{2F8421FD-5243-47D8-AAD3-D7D2CFB8D8AB}" srcOrd="0" destOrd="0" presId="urn:microsoft.com/office/officeart/2005/8/layout/process3"/>
    <dgm:cxn modelId="{C690ACF7-2376-453D-9A81-63768AEDF27C}" type="presParOf" srcId="{4ADE606A-2A15-493E-8B6B-C5E25FBB1ADB}" destId="{22EFEDC4-2EA1-4980-A928-D095E34EDCA5}" srcOrd="1" destOrd="0" presId="urn:microsoft.com/office/officeart/2005/8/layout/process3"/>
    <dgm:cxn modelId="{89CE091F-821B-43BB-9B82-37CA3A936FB4}" type="presParOf" srcId="{4ADE606A-2A15-493E-8B6B-C5E25FBB1ADB}" destId="{55DA069A-C291-4A59-AB29-02BE2CE745D4}" srcOrd="2" destOrd="0" presId="urn:microsoft.com/office/officeart/2005/8/layout/process3"/>
    <dgm:cxn modelId="{340802DE-D88B-4834-A822-440E1AA01CD1}" type="presParOf" srcId="{AFA2CBDB-4F92-4511-9E9C-956220069360}" destId="{97FF592C-573A-4639-A30F-5409BB717857}" srcOrd="1" destOrd="0" presId="urn:microsoft.com/office/officeart/2005/8/layout/process3"/>
    <dgm:cxn modelId="{6151A1A6-918C-476B-B9A4-24B0CA92A034}" type="presParOf" srcId="{97FF592C-573A-4639-A30F-5409BB717857}" destId="{85FD9792-9A1B-4FA3-97E8-20FD2F46B317}" srcOrd="0" destOrd="0" presId="urn:microsoft.com/office/officeart/2005/8/layout/process3"/>
    <dgm:cxn modelId="{77D6857B-D60F-47E9-B347-DDD3E2A69FA2}" type="presParOf" srcId="{AFA2CBDB-4F92-4511-9E9C-956220069360}" destId="{FDADFB3C-A789-4BE0-8631-5437823855EA}" srcOrd="2" destOrd="0" presId="urn:microsoft.com/office/officeart/2005/8/layout/process3"/>
    <dgm:cxn modelId="{03732231-A701-4E8A-AE98-F9251657BEA5}" type="presParOf" srcId="{FDADFB3C-A789-4BE0-8631-5437823855EA}" destId="{0B3437F7-483A-4C8F-B279-8C9396777EA3}" srcOrd="0" destOrd="0" presId="urn:microsoft.com/office/officeart/2005/8/layout/process3"/>
    <dgm:cxn modelId="{B20A58C4-FAE3-4F39-8EFD-E8F62464198F}" type="presParOf" srcId="{FDADFB3C-A789-4BE0-8631-5437823855EA}" destId="{3B59600D-C95C-479F-9313-00888662D163}" srcOrd="1" destOrd="0" presId="urn:microsoft.com/office/officeart/2005/8/layout/process3"/>
    <dgm:cxn modelId="{AFFA95BC-C77C-41B7-AE07-F1DE8BAE78BD}" type="presParOf" srcId="{FDADFB3C-A789-4BE0-8631-5437823855EA}" destId="{226E016C-9230-4B11-956B-27CFA563CE33}" srcOrd="2" destOrd="0" presId="urn:microsoft.com/office/officeart/2005/8/layout/process3"/>
    <dgm:cxn modelId="{07AF9E69-2A7A-4115-B093-3AD941E13216}" type="presParOf" srcId="{AFA2CBDB-4F92-4511-9E9C-956220069360}" destId="{C9CE68AF-2391-4B30-BAA5-D27024EBDCDA}" srcOrd="3" destOrd="0" presId="urn:microsoft.com/office/officeart/2005/8/layout/process3"/>
    <dgm:cxn modelId="{E6F15D35-17B9-46CB-B128-0261826F2EA4}" type="presParOf" srcId="{C9CE68AF-2391-4B30-BAA5-D27024EBDCDA}" destId="{B789993B-6C21-4B35-AEA7-5792DB2359FB}" srcOrd="0" destOrd="0" presId="urn:microsoft.com/office/officeart/2005/8/layout/process3"/>
    <dgm:cxn modelId="{DD54F4DD-CDBE-409B-BEED-9B0D0462A061}" type="presParOf" srcId="{AFA2CBDB-4F92-4511-9E9C-956220069360}" destId="{2DB81CA8-4FEC-4C6A-93F9-E724451776E3}" srcOrd="4" destOrd="0" presId="urn:microsoft.com/office/officeart/2005/8/layout/process3"/>
    <dgm:cxn modelId="{C726894C-C5FE-4880-8978-6A0A016C3441}" type="presParOf" srcId="{2DB81CA8-4FEC-4C6A-93F9-E724451776E3}" destId="{450317A6-E11E-440A-8FF4-B886BE7C1539}" srcOrd="0" destOrd="0" presId="urn:microsoft.com/office/officeart/2005/8/layout/process3"/>
    <dgm:cxn modelId="{13403E94-3138-4BC0-AD65-33463F501BCD}" type="presParOf" srcId="{2DB81CA8-4FEC-4C6A-93F9-E724451776E3}" destId="{D81A9AF6-A88B-4F6E-9B99-4355B784995A}" srcOrd="1" destOrd="0" presId="urn:microsoft.com/office/officeart/2005/8/layout/process3"/>
    <dgm:cxn modelId="{351F24A9-3F00-499E-B475-B1A482F6256C}" type="presParOf" srcId="{2DB81CA8-4FEC-4C6A-93F9-E724451776E3}" destId="{547CF10C-798C-4BED-A8C7-135A1244483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C5C025-C835-42BB-9E40-2FE4C0CAD7BF}" type="doc">
      <dgm:prSet loTypeId="urn:microsoft.com/office/officeart/2005/8/layout/process3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4EFB0342-72D9-4137-94B6-D28FC4418747}">
      <dgm:prSet phldrT="[Text]" phldr="0" custT="1"/>
      <dgm:spPr/>
      <dgm:t>
        <a:bodyPr/>
        <a:lstStyle/>
        <a:p>
          <a:r>
            <a:rPr lang="en-US" sz="2000" dirty="0"/>
            <a:t>UHC dynamics</a:t>
          </a:r>
        </a:p>
        <a:p>
          <a:endParaRPr lang="en-US" sz="1000" dirty="0"/>
        </a:p>
      </dgm:t>
    </dgm:pt>
    <dgm:pt modelId="{072C78C7-8578-4257-819E-C6CD812B7A23}" type="parTrans" cxnId="{C1D05151-60E4-46C2-A5B7-39321DF7F2EE}">
      <dgm:prSet/>
      <dgm:spPr/>
      <dgm:t>
        <a:bodyPr/>
        <a:lstStyle/>
        <a:p>
          <a:endParaRPr lang="en-US"/>
        </a:p>
      </dgm:t>
    </dgm:pt>
    <dgm:pt modelId="{9F04ABB2-3620-4818-AC04-4CB0DFB55BA8}" type="sibTrans" cxnId="{C1D05151-60E4-46C2-A5B7-39321DF7F2EE}">
      <dgm:prSet/>
      <dgm:spPr/>
      <dgm:t>
        <a:bodyPr/>
        <a:lstStyle/>
        <a:p>
          <a:endParaRPr lang="en-US"/>
        </a:p>
      </dgm:t>
    </dgm:pt>
    <dgm:pt modelId="{EF7D0D78-25FC-4A9B-84B4-1F028B6DAE30}">
      <dgm:prSet phldrT="[Text]"/>
      <dgm:spPr>
        <a:blipFill>
          <a:blip xmlns:r="http://schemas.openxmlformats.org/officeDocument/2006/relationships" r:embed="rId1"/>
          <a:stretch>
            <a:fillRect b="-10895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46827D1-1681-449C-A588-3814AE0930A3}" type="parTrans" cxnId="{51E424D2-45F0-4743-9C33-81F293D1F64B}">
      <dgm:prSet/>
      <dgm:spPr/>
      <dgm:t>
        <a:bodyPr/>
        <a:lstStyle/>
        <a:p>
          <a:endParaRPr lang="en-US"/>
        </a:p>
      </dgm:t>
    </dgm:pt>
    <dgm:pt modelId="{991C3FE0-AB70-4FB6-8ADA-512886D1BDB3}" type="sibTrans" cxnId="{51E424D2-45F0-4743-9C33-81F293D1F64B}">
      <dgm:prSet/>
      <dgm:spPr/>
      <dgm:t>
        <a:bodyPr/>
        <a:lstStyle/>
        <a:p>
          <a:endParaRPr lang="en-US"/>
        </a:p>
      </dgm:t>
    </dgm:pt>
    <dgm:pt modelId="{E40A54DA-BD47-41FB-A29F-D8AE1FBF2191}">
      <dgm:prSet phldrT="[Text]" phldr="0" custT="1"/>
      <dgm:spPr/>
      <dgm:t>
        <a:bodyPr/>
        <a:lstStyle/>
        <a:p>
          <a:r>
            <a:rPr lang="en-US" sz="2000" dirty="0"/>
            <a:t>DALY’s equation</a:t>
          </a:r>
        </a:p>
      </dgm:t>
    </dgm:pt>
    <dgm:pt modelId="{84308B7C-8317-4FB7-9DB6-4DE3A1F3AC4F}" type="parTrans" cxnId="{2E67B327-5ECF-43FA-878C-9F448171047C}">
      <dgm:prSet/>
      <dgm:spPr/>
      <dgm:t>
        <a:bodyPr/>
        <a:lstStyle/>
        <a:p>
          <a:endParaRPr lang="en-US"/>
        </a:p>
      </dgm:t>
    </dgm:pt>
    <dgm:pt modelId="{E8ADF1B6-C4D1-4B52-B409-68763DC24216}" type="sibTrans" cxnId="{2E67B327-5ECF-43FA-878C-9F448171047C}">
      <dgm:prSet/>
      <dgm:spPr/>
      <dgm:t>
        <a:bodyPr/>
        <a:lstStyle/>
        <a:p>
          <a:endParaRPr lang="en-US"/>
        </a:p>
      </dgm:t>
    </dgm:pt>
    <dgm:pt modelId="{9B8E0B68-E8F7-4917-ACDC-905D2D8FF396}">
      <dgm:prSet phldrT="[Text]" custT="1"/>
      <dgm:spPr>
        <a:blipFill>
          <a:blip xmlns:r="http://schemas.openxmlformats.org/officeDocument/2006/relationships" r:embed="rId2"/>
          <a:stretch>
            <a:fillRect b="-10524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6B20267-DB7C-4358-801F-CC97130806B8}" type="parTrans" cxnId="{17EC82BE-9F73-4B38-93A4-6AF9692E78E0}">
      <dgm:prSet/>
      <dgm:spPr/>
      <dgm:t>
        <a:bodyPr/>
        <a:lstStyle/>
        <a:p>
          <a:endParaRPr lang="en-US"/>
        </a:p>
      </dgm:t>
    </dgm:pt>
    <dgm:pt modelId="{5EA23767-322C-4A06-BCE9-BA7A12D03083}" type="sibTrans" cxnId="{17EC82BE-9F73-4B38-93A4-6AF9692E78E0}">
      <dgm:prSet/>
      <dgm:spPr/>
      <dgm:t>
        <a:bodyPr/>
        <a:lstStyle/>
        <a:p>
          <a:endParaRPr lang="en-US"/>
        </a:p>
      </dgm:t>
    </dgm:pt>
    <dgm:pt modelId="{62326FAB-F23B-4D1B-9DF6-9B21133F7E1F}">
      <dgm:prSet custT="1"/>
      <dgm:spPr/>
      <dgm:t>
        <a:bodyPr/>
        <a:lstStyle/>
        <a:p>
          <a:r>
            <a:rPr lang="en-US" sz="2000" dirty="0"/>
            <a:t>Productivity equation</a:t>
          </a:r>
        </a:p>
      </dgm:t>
    </dgm:pt>
    <dgm:pt modelId="{59CFCF56-5B72-495A-B709-16F72FBFFA8A}" type="parTrans" cxnId="{5BE675D3-AB6D-4D13-A4A1-4D4D274871A9}">
      <dgm:prSet/>
      <dgm:spPr/>
      <dgm:t>
        <a:bodyPr/>
        <a:lstStyle/>
        <a:p>
          <a:endParaRPr lang="en-US"/>
        </a:p>
      </dgm:t>
    </dgm:pt>
    <dgm:pt modelId="{4BDD62D7-0C6D-4EE9-8779-60DEAED8BA5E}" type="sibTrans" cxnId="{5BE675D3-AB6D-4D13-A4A1-4D4D274871A9}">
      <dgm:prSet/>
      <dgm:spPr/>
      <dgm:t>
        <a:bodyPr/>
        <a:lstStyle/>
        <a:p>
          <a:endParaRPr lang="en-US"/>
        </a:p>
      </dgm:t>
    </dgm:pt>
    <dgm:pt modelId="{A5A05C85-1E7F-4C8E-919F-C436B919205B}">
      <dgm:prSet/>
      <dgm:spPr>
        <a:blipFill>
          <a:blip xmlns:r="http://schemas.openxmlformats.org/officeDocument/2006/relationships" r:embed="rId3"/>
          <a:stretch>
            <a:fillRect b="-10932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7A4933C-3096-4AE4-8CA2-4F9D8FB587A9}" type="parTrans" cxnId="{4EECB755-45B1-4CA6-9C71-DAC29260422E}">
      <dgm:prSet/>
      <dgm:spPr/>
      <dgm:t>
        <a:bodyPr/>
        <a:lstStyle/>
        <a:p>
          <a:endParaRPr lang="en-US"/>
        </a:p>
      </dgm:t>
    </dgm:pt>
    <dgm:pt modelId="{4889C2AA-D5B3-4335-9BC6-C57EA5D43697}" type="sibTrans" cxnId="{4EECB755-45B1-4CA6-9C71-DAC29260422E}">
      <dgm:prSet/>
      <dgm:spPr/>
      <dgm:t>
        <a:bodyPr/>
        <a:lstStyle/>
        <a:p>
          <a:endParaRPr lang="en-US"/>
        </a:p>
      </dgm:t>
    </dgm:pt>
    <dgm:pt modelId="{CFC251A7-5E8D-4778-A70B-6BD515E7967E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8369D19-8A5A-48FF-ABDD-032086136295}" type="parTrans" cxnId="{6FBC4270-E926-45DE-A782-1004FAA9116B}">
      <dgm:prSet/>
      <dgm:spPr/>
      <dgm:t>
        <a:bodyPr/>
        <a:lstStyle/>
        <a:p>
          <a:endParaRPr lang="en-US"/>
        </a:p>
      </dgm:t>
    </dgm:pt>
    <dgm:pt modelId="{9E30CCD7-AA2C-44F0-962A-1A50B0D45A99}" type="sibTrans" cxnId="{6FBC4270-E926-45DE-A782-1004FAA9116B}">
      <dgm:prSet/>
      <dgm:spPr/>
      <dgm:t>
        <a:bodyPr/>
        <a:lstStyle/>
        <a:p>
          <a:endParaRPr lang="en-US"/>
        </a:p>
      </dgm:t>
    </dgm:pt>
    <dgm:pt modelId="{72B2CF09-3B89-44D5-8C9B-A0E75FA3C286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416D066C-AA96-4D37-BEC3-17B76048DEB3}" type="parTrans" cxnId="{110EB647-EB6E-4578-8D1E-13A6C3EC1F0E}">
      <dgm:prSet/>
      <dgm:spPr/>
      <dgm:t>
        <a:bodyPr/>
        <a:lstStyle/>
        <a:p>
          <a:endParaRPr lang="en-US"/>
        </a:p>
      </dgm:t>
    </dgm:pt>
    <dgm:pt modelId="{4C0A8C98-1FA9-4186-87D3-32142F36E335}" type="sibTrans" cxnId="{110EB647-EB6E-4578-8D1E-13A6C3EC1F0E}">
      <dgm:prSet/>
      <dgm:spPr/>
      <dgm:t>
        <a:bodyPr/>
        <a:lstStyle/>
        <a:p>
          <a:endParaRPr lang="en-US"/>
        </a:p>
      </dgm:t>
    </dgm:pt>
    <dgm:pt modelId="{A1108AC4-DEDA-4F53-AD82-1D370934CBB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4D480B5A-5F53-449A-81A2-AF3988545DE9}" type="parTrans" cxnId="{AF92EEA5-BB3D-4ACE-B9E6-4654E2E862C4}">
      <dgm:prSet/>
      <dgm:spPr/>
      <dgm:t>
        <a:bodyPr/>
        <a:lstStyle/>
        <a:p>
          <a:endParaRPr lang="en-US"/>
        </a:p>
      </dgm:t>
    </dgm:pt>
    <dgm:pt modelId="{C93F680D-F204-4DEC-A8D9-D09CC3A48762}" type="sibTrans" cxnId="{AF92EEA5-BB3D-4ACE-B9E6-4654E2E862C4}">
      <dgm:prSet/>
      <dgm:spPr/>
      <dgm:t>
        <a:bodyPr/>
        <a:lstStyle/>
        <a:p>
          <a:endParaRPr lang="en-US"/>
        </a:p>
      </dgm:t>
    </dgm:pt>
    <dgm:pt modelId="{83435FDE-A328-4105-98CC-F84F12949A63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1CF1A723-8F78-46C4-8991-F444824A0191}" type="parTrans" cxnId="{572479D7-EF4C-4C28-842B-012430B88472}">
      <dgm:prSet/>
      <dgm:spPr/>
      <dgm:t>
        <a:bodyPr/>
        <a:lstStyle/>
        <a:p>
          <a:endParaRPr lang="en-US"/>
        </a:p>
      </dgm:t>
    </dgm:pt>
    <dgm:pt modelId="{DBE7B4AC-0009-4917-AC77-F58D84338E70}" type="sibTrans" cxnId="{572479D7-EF4C-4C28-842B-012430B88472}">
      <dgm:prSet/>
      <dgm:spPr/>
      <dgm:t>
        <a:bodyPr/>
        <a:lstStyle/>
        <a:p>
          <a:endParaRPr lang="en-US"/>
        </a:p>
      </dgm:t>
    </dgm:pt>
    <dgm:pt modelId="{33136625-90A2-4840-A585-D6955579782E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6CDA07E0-5C51-4D97-8D8B-F168F2BE72E3}" type="parTrans" cxnId="{2C261409-252F-429F-B720-EBE75956219B}">
      <dgm:prSet/>
      <dgm:spPr/>
      <dgm:t>
        <a:bodyPr/>
        <a:lstStyle/>
        <a:p>
          <a:endParaRPr lang="en-US"/>
        </a:p>
      </dgm:t>
    </dgm:pt>
    <dgm:pt modelId="{8FAAB196-DF53-4951-835F-58E6EFC5A8D1}" type="sibTrans" cxnId="{2C261409-252F-429F-B720-EBE75956219B}">
      <dgm:prSet/>
      <dgm:spPr/>
      <dgm:t>
        <a:bodyPr/>
        <a:lstStyle/>
        <a:p>
          <a:endParaRPr lang="en-US"/>
        </a:p>
      </dgm:t>
    </dgm:pt>
    <dgm:pt modelId="{B949A6D7-C4BC-4BBA-8550-CE166C85D5B2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77C9221-CFC3-4BC9-A904-CFA65954DEB6}" type="parTrans" cxnId="{87CAD89E-D2D2-491D-AB5F-A12FDBD41EE8}">
      <dgm:prSet/>
      <dgm:spPr/>
      <dgm:t>
        <a:bodyPr/>
        <a:lstStyle/>
        <a:p>
          <a:endParaRPr lang="en-US"/>
        </a:p>
      </dgm:t>
    </dgm:pt>
    <dgm:pt modelId="{81859DCB-A5DF-485C-A9AB-167BE3FA801A}" type="sibTrans" cxnId="{87CAD89E-D2D2-491D-AB5F-A12FDBD41EE8}">
      <dgm:prSet/>
      <dgm:spPr/>
      <dgm:t>
        <a:bodyPr/>
        <a:lstStyle/>
        <a:p>
          <a:endParaRPr lang="en-US"/>
        </a:p>
      </dgm:t>
    </dgm:pt>
    <dgm:pt modelId="{757986BA-BE75-4388-8F8C-D2E53B151ABA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8B78429-26C5-4E19-8B75-2089614D9976}" type="parTrans" cxnId="{92DA2E54-DD1A-4B03-BC5D-3DDB9A2E2B7F}">
      <dgm:prSet/>
      <dgm:spPr/>
      <dgm:t>
        <a:bodyPr/>
        <a:lstStyle/>
        <a:p>
          <a:endParaRPr lang="en-US"/>
        </a:p>
      </dgm:t>
    </dgm:pt>
    <dgm:pt modelId="{25F386FA-D01E-48CE-8DF0-98750347F6EF}" type="sibTrans" cxnId="{92DA2E54-DD1A-4B03-BC5D-3DDB9A2E2B7F}">
      <dgm:prSet/>
      <dgm:spPr/>
      <dgm:t>
        <a:bodyPr/>
        <a:lstStyle/>
        <a:p>
          <a:endParaRPr lang="en-US"/>
        </a:p>
      </dgm:t>
    </dgm:pt>
    <dgm:pt modelId="{92B2327D-FA23-4EC7-B461-6948C6FAA5CD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239DF79-5823-4885-94A6-F91988D0A139}" type="parTrans" cxnId="{F49DF323-8F66-429B-B092-E3E0AA3FFBB6}">
      <dgm:prSet/>
      <dgm:spPr/>
      <dgm:t>
        <a:bodyPr/>
        <a:lstStyle/>
        <a:p>
          <a:endParaRPr lang="en-US"/>
        </a:p>
      </dgm:t>
    </dgm:pt>
    <dgm:pt modelId="{419A1E44-D0C7-4004-BD2D-69D64D3C9BEC}" type="sibTrans" cxnId="{F49DF323-8F66-429B-B092-E3E0AA3FFBB6}">
      <dgm:prSet/>
      <dgm:spPr/>
      <dgm:t>
        <a:bodyPr/>
        <a:lstStyle/>
        <a:p>
          <a:endParaRPr lang="en-US"/>
        </a:p>
      </dgm:t>
    </dgm:pt>
    <dgm:pt modelId="{3265C081-3E52-4BF5-A69B-CFA6E1A310EB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149D8988-C1D9-4BFC-9608-3D09980E0228}" type="parTrans" cxnId="{825FC495-7BC0-40C1-A48B-E09159F00029}">
      <dgm:prSet/>
      <dgm:spPr/>
      <dgm:t>
        <a:bodyPr/>
        <a:lstStyle/>
        <a:p>
          <a:endParaRPr lang="en-US"/>
        </a:p>
      </dgm:t>
    </dgm:pt>
    <dgm:pt modelId="{1A2F79BF-473B-4135-94FF-B0940AC2246E}" type="sibTrans" cxnId="{825FC495-7BC0-40C1-A48B-E09159F00029}">
      <dgm:prSet/>
      <dgm:spPr/>
      <dgm:t>
        <a:bodyPr/>
        <a:lstStyle/>
        <a:p>
          <a:endParaRPr lang="en-US"/>
        </a:p>
      </dgm:t>
    </dgm:pt>
    <dgm:pt modelId="{FC426AF5-E941-4B3E-B9EB-7D5881CF8A91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F12266D-BC74-42C0-96F3-7617C40F2177}" type="parTrans" cxnId="{9B33B98C-C83F-4A45-9E55-7C39F4921733}">
      <dgm:prSet/>
      <dgm:spPr/>
      <dgm:t>
        <a:bodyPr/>
        <a:lstStyle/>
        <a:p>
          <a:endParaRPr lang="en-US"/>
        </a:p>
      </dgm:t>
    </dgm:pt>
    <dgm:pt modelId="{C4670258-BCDA-4F7A-BFE3-E0572F70D66C}" type="sibTrans" cxnId="{9B33B98C-C83F-4A45-9E55-7C39F4921733}">
      <dgm:prSet/>
      <dgm:spPr/>
      <dgm:t>
        <a:bodyPr/>
        <a:lstStyle/>
        <a:p>
          <a:endParaRPr lang="en-US"/>
        </a:p>
      </dgm:t>
    </dgm:pt>
    <dgm:pt modelId="{1FAD9A23-AA22-45FE-BF68-E688DCFA759D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64E9FEA-6874-4FB7-BF11-39C2999BBE64}" type="parTrans" cxnId="{43F1C66F-613F-4D09-A1F1-2661765B9991}">
      <dgm:prSet/>
      <dgm:spPr/>
      <dgm:t>
        <a:bodyPr/>
        <a:lstStyle/>
        <a:p>
          <a:endParaRPr lang="en-US"/>
        </a:p>
      </dgm:t>
    </dgm:pt>
    <dgm:pt modelId="{BA6189F9-FEC6-4D3B-8ED8-8A2F22635AC7}" type="sibTrans" cxnId="{43F1C66F-613F-4D09-A1F1-2661765B9991}">
      <dgm:prSet/>
      <dgm:spPr/>
      <dgm:t>
        <a:bodyPr/>
        <a:lstStyle/>
        <a:p>
          <a:endParaRPr lang="en-US"/>
        </a:p>
      </dgm:t>
    </dgm:pt>
    <dgm:pt modelId="{70AD3003-F5AF-4112-B496-EE4CD003F215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328889B5-0849-4513-80DC-D50137C9C88B}" type="parTrans" cxnId="{8838831C-225F-4EB2-B4FD-7B40A9B34884}">
      <dgm:prSet/>
      <dgm:spPr/>
      <dgm:t>
        <a:bodyPr/>
        <a:lstStyle/>
        <a:p>
          <a:endParaRPr lang="en-US"/>
        </a:p>
      </dgm:t>
    </dgm:pt>
    <dgm:pt modelId="{52F6683D-EEA7-4A35-8ABA-D6D0FEE10A08}" type="sibTrans" cxnId="{8838831C-225F-4EB2-B4FD-7B40A9B34884}">
      <dgm:prSet/>
      <dgm:spPr/>
      <dgm:t>
        <a:bodyPr/>
        <a:lstStyle/>
        <a:p>
          <a:endParaRPr lang="en-US"/>
        </a:p>
      </dgm:t>
    </dgm:pt>
    <dgm:pt modelId="{CF366E4C-E9F0-4A20-AAFE-9B75C9E3E14B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44C99A79-853A-4574-B92D-8617E8FDFEC3}" type="parTrans" cxnId="{206F5E88-3669-4BA6-975F-322E923E316D}">
      <dgm:prSet/>
      <dgm:spPr/>
      <dgm:t>
        <a:bodyPr/>
        <a:lstStyle/>
        <a:p>
          <a:endParaRPr lang="en-US"/>
        </a:p>
      </dgm:t>
    </dgm:pt>
    <dgm:pt modelId="{3C384792-D42A-46B2-A751-998999A119EF}" type="sibTrans" cxnId="{206F5E88-3669-4BA6-975F-322E923E316D}">
      <dgm:prSet/>
      <dgm:spPr/>
      <dgm:t>
        <a:bodyPr/>
        <a:lstStyle/>
        <a:p>
          <a:endParaRPr lang="en-US"/>
        </a:p>
      </dgm:t>
    </dgm:pt>
    <dgm:pt modelId="{D6774C44-A1AD-4456-8D8E-8B548AF7918D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4CD74E8-8ABB-4B41-B436-B2A50D13CDF8}" type="parTrans" cxnId="{BDED59B1-9CCE-48CB-9DAA-2F719E3F1BFF}">
      <dgm:prSet/>
      <dgm:spPr/>
      <dgm:t>
        <a:bodyPr/>
        <a:lstStyle/>
        <a:p>
          <a:endParaRPr lang="en-US"/>
        </a:p>
      </dgm:t>
    </dgm:pt>
    <dgm:pt modelId="{72308F9C-17E0-4FC7-B251-17D8F011146D}" type="sibTrans" cxnId="{BDED59B1-9CCE-48CB-9DAA-2F719E3F1BFF}">
      <dgm:prSet/>
      <dgm:spPr/>
      <dgm:t>
        <a:bodyPr/>
        <a:lstStyle/>
        <a:p>
          <a:endParaRPr lang="en-US"/>
        </a:p>
      </dgm:t>
    </dgm:pt>
    <dgm:pt modelId="{80FFB124-AF1D-4DD0-AA3C-5849B4DC1206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70AAACB-D6E9-4141-B949-7069DB533DA0}" type="parTrans" cxnId="{F1C7EB9B-F971-40C3-B168-6C3BFC2964D6}">
      <dgm:prSet/>
      <dgm:spPr/>
      <dgm:t>
        <a:bodyPr/>
        <a:lstStyle/>
        <a:p>
          <a:endParaRPr lang="en-US"/>
        </a:p>
      </dgm:t>
    </dgm:pt>
    <dgm:pt modelId="{815F16CE-2F0B-4E39-9EFE-8C5697972F99}" type="sibTrans" cxnId="{F1C7EB9B-F971-40C3-B168-6C3BFC2964D6}">
      <dgm:prSet/>
      <dgm:spPr/>
      <dgm:t>
        <a:bodyPr/>
        <a:lstStyle/>
        <a:p>
          <a:endParaRPr lang="en-US"/>
        </a:p>
      </dgm:t>
    </dgm:pt>
    <dgm:pt modelId="{EAFBB238-22D0-4767-818A-370B5B6F22B9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DC6B0A0-DEDA-493B-BC4F-83F80876A63A}" type="parTrans" cxnId="{8164485F-626B-4E45-BB87-11BA71C36B4D}">
      <dgm:prSet/>
      <dgm:spPr/>
      <dgm:t>
        <a:bodyPr/>
        <a:lstStyle/>
        <a:p>
          <a:endParaRPr lang="en-US"/>
        </a:p>
      </dgm:t>
    </dgm:pt>
    <dgm:pt modelId="{BDA9CB3B-0B2D-401D-8033-1A26E48160A2}" type="sibTrans" cxnId="{8164485F-626B-4E45-BB87-11BA71C36B4D}">
      <dgm:prSet/>
      <dgm:spPr/>
      <dgm:t>
        <a:bodyPr/>
        <a:lstStyle/>
        <a:p>
          <a:endParaRPr lang="en-US"/>
        </a:p>
      </dgm:t>
    </dgm:pt>
    <dgm:pt modelId="{CEBCE9AA-3373-4F24-97B6-A43BC3CAC2F4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3B88128-A601-4931-9CFB-EA1A6D6F6B84}" type="parTrans" cxnId="{9E8AA1EB-771A-414B-BF5E-49DE34A5FE9D}">
      <dgm:prSet/>
      <dgm:spPr/>
      <dgm:t>
        <a:bodyPr/>
        <a:lstStyle/>
        <a:p>
          <a:endParaRPr lang="en-US"/>
        </a:p>
      </dgm:t>
    </dgm:pt>
    <dgm:pt modelId="{D045ED20-5E94-4793-8189-56189B8F1CA4}" type="sibTrans" cxnId="{9E8AA1EB-771A-414B-BF5E-49DE34A5FE9D}">
      <dgm:prSet/>
      <dgm:spPr/>
      <dgm:t>
        <a:bodyPr/>
        <a:lstStyle/>
        <a:p>
          <a:endParaRPr lang="en-US"/>
        </a:p>
      </dgm:t>
    </dgm:pt>
    <dgm:pt modelId="{9E947CAD-1CE1-41B1-851E-763D7646C176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77F6442-05A6-4853-A871-5DD03E35FA0D}" type="parTrans" cxnId="{71C111C1-580D-4F1B-88CC-660DA7A70A80}">
      <dgm:prSet/>
      <dgm:spPr/>
      <dgm:t>
        <a:bodyPr/>
        <a:lstStyle/>
        <a:p>
          <a:endParaRPr lang="en-US"/>
        </a:p>
      </dgm:t>
    </dgm:pt>
    <dgm:pt modelId="{C174CCD8-4A19-4CF6-87F0-D2EE4A495A34}" type="sibTrans" cxnId="{71C111C1-580D-4F1B-88CC-660DA7A70A80}">
      <dgm:prSet/>
      <dgm:spPr/>
      <dgm:t>
        <a:bodyPr/>
        <a:lstStyle/>
        <a:p>
          <a:endParaRPr lang="en-US"/>
        </a:p>
      </dgm:t>
    </dgm:pt>
    <dgm:pt modelId="{5ED47F6D-A47D-412F-B460-22EFF48ED397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AD400F2-626A-4E72-8D21-EF7405A8EAF8}" type="parTrans" cxnId="{3792C557-E2D5-4979-88FA-7E43D949DEE7}">
      <dgm:prSet/>
      <dgm:spPr/>
      <dgm:t>
        <a:bodyPr/>
        <a:lstStyle/>
        <a:p>
          <a:endParaRPr lang="en-US"/>
        </a:p>
      </dgm:t>
    </dgm:pt>
    <dgm:pt modelId="{A1F42494-916E-4D91-9B76-E96D5E7E4ECD}" type="sibTrans" cxnId="{3792C557-E2D5-4979-88FA-7E43D949DEE7}">
      <dgm:prSet/>
      <dgm:spPr/>
      <dgm:t>
        <a:bodyPr/>
        <a:lstStyle/>
        <a:p>
          <a:endParaRPr lang="en-US"/>
        </a:p>
      </dgm:t>
    </dgm:pt>
    <dgm:pt modelId="{DC61DBD0-D44B-4324-AA7F-6D46F9810E47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1DBC38DC-2851-4C96-9C45-C44E40AC4A10}" type="parTrans" cxnId="{E3C7EDC4-44C9-4D9C-8AB6-181A495193CC}">
      <dgm:prSet/>
      <dgm:spPr/>
      <dgm:t>
        <a:bodyPr/>
        <a:lstStyle/>
        <a:p>
          <a:endParaRPr lang="en-US"/>
        </a:p>
      </dgm:t>
    </dgm:pt>
    <dgm:pt modelId="{512EAC4E-1256-4EAF-8505-4BA37E900210}" type="sibTrans" cxnId="{E3C7EDC4-44C9-4D9C-8AB6-181A495193CC}">
      <dgm:prSet/>
      <dgm:spPr/>
      <dgm:t>
        <a:bodyPr/>
        <a:lstStyle/>
        <a:p>
          <a:endParaRPr lang="en-US"/>
        </a:p>
      </dgm:t>
    </dgm:pt>
    <dgm:pt modelId="{EAE80EC4-4EE7-46BE-82F7-2A7365920D3B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305AE2E-D6B1-4E74-8C56-75332425ECA6}" type="parTrans" cxnId="{BEF166E0-DAB8-4AFC-A7F0-4F9E2F3CF5C0}">
      <dgm:prSet/>
      <dgm:spPr/>
      <dgm:t>
        <a:bodyPr/>
        <a:lstStyle/>
        <a:p>
          <a:endParaRPr lang="en-US"/>
        </a:p>
      </dgm:t>
    </dgm:pt>
    <dgm:pt modelId="{F67EA69E-7B3C-4BED-97F0-F8779CB4AC99}" type="sibTrans" cxnId="{BEF166E0-DAB8-4AFC-A7F0-4F9E2F3CF5C0}">
      <dgm:prSet/>
      <dgm:spPr/>
      <dgm:t>
        <a:bodyPr/>
        <a:lstStyle/>
        <a:p>
          <a:endParaRPr lang="en-US"/>
        </a:p>
      </dgm:t>
    </dgm:pt>
    <dgm:pt modelId="{0D144CFA-1B89-48C2-9E24-6FA29BA5F87B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07F843E7-A38B-4A34-AF51-98FE7B7C6C65}" type="parTrans" cxnId="{7BA3E222-D59A-4DB2-9536-FA08F22CE8BC}">
      <dgm:prSet/>
      <dgm:spPr/>
      <dgm:t>
        <a:bodyPr/>
        <a:lstStyle/>
        <a:p>
          <a:endParaRPr lang="en-US"/>
        </a:p>
      </dgm:t>
    </dgm:pt>
    <dgm:pt modelId="{04E63436-5E1A-489E-88E0-53E193A135FE}" type="sibTrans" cxnId="{7BA3E222-D59A-4DB2-9536-FA08F22CE8BC}">
      <dgm:prSet/>
      <dgm:spPr/>
      <dgm:t>
        <a:bodyPr/>
        <a:lstStyle/>
        <a:p>
          <a:endParaRPr lang="en-US"/>
        </a:p>
      </dgm:t>
    </dgm:pt>
    <dgm:pt modelId="{31B8356B-F227-4295-B60A-081DC82F2480}">
      <dgm:prSet phldrT="[Text]"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4EA6C0C-645A-44B2-B858-C30B1C2D9226}" type="parTrans" cxnId="{331C3988-1E5F-4B07-B249-6DAA0A18F440}">
      <dgm:prSet/>
      <dgm:spPr/>
      <dgm:t>
        <a:bodyPr/>
        <a:lstStyle/>
        <a:p>
          <a:endParaRPr lang="en-US"/>
        </a:p>
      </dgm:t>
    </dgm:pt>
    <dgm:pt modelId="{36C2ED92-9ACA-44E9-A357-83FA386AE06B}" type="sibTrans" cxnId="{331C3988-1E5F-4B07-B249-6DAA0A18F440}">
      <dgm:prSet/>
      <dgm:spPr/>
      <dgm:t>
        <a:bodyPr/>
        <a:lstStyle/>
        <a:p>
          <a:endParaRPr lang="en-US"/>
        </a:p>
      </dgm:t>
    </dgm:pt>
    <dgm:pt modelId="{C218BF62-544D-458D-A54C-79CD2068DDC3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98B8F04-1E9F-4844-B7C4-3B446DEF3EB1}" type="parTrans" cxnId="{8D9EAEDD-D5BE-4B0E-9E0B-E426C0E740A9}">
      <dgm:prSet/>
      <dgm:spPr/>
      <dgm:t>
        <a:bodyPr/>
        <a:lstStyle/>
        <a:p>
          <a:endParaRPr lang="en-US"/>
        </a:p>
      </dgm:t>
    </dgm:pt>
    <dgm:pt modelId="{6719AE45-92A2-4186-A0F6-450F5A0548AF}" type="sibTrans" cxnId="{8D9EAEDD-D5BE-4B0E-9E0B-E426C0E740A9}">
      <dgm:prSet/>
      <dgm:spPr/>
      <dgm:t>
        <a:bodyPr/>
        <a:lstStyle/>
        <a:p>
          <a:endParaRPr lang="en-US"/>
        </a:p>
      </dgm:t>
    </dgm:pt>
    <dgm:pt modelId="{3AD1965B-5F5B-4CF1-B4AE-ED11EFEC83AF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F614BEA-789F-4856-827F-A165D20D85D4}" type="parTrans" cxnId="{2086F460-698F-4F39-89DC-620DBC048060}">
      <dgm:prSet/>
      <dgm:spPr/>
      <dgm:t>
        <a:bodyPr/>
        <a:lstStyle/>
        <a:p>
          <a:endParaRPr lang="en-US"/>
        </a:p>
      </dgm:t>
    </dgm:pt>
    <dgm:pt modelId="{86A21CE4-D01F-47B0-A35B-880FDFD85CDC}" type="sibTrans" cxnId="{2086F460-698F-4F39-89DC-620DBC048060}">
      <dgm:prSet/>
      <dgm:spPr/>
      <dgm:t>
        <a:bodyPr/>
        <a:lstStyle/>
        <a:p>
          <a:endParaRPr lang="en-US"/>
        </a:p>
      </dgm:t>
    </dgm:pt>
    <dgm:pt modelId="{1B7ED5D0-A690-4771-9F14-5063710C3CB7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410CF55-5F2E-4053-A091-869DE3F6EB96}" type="parTrans" cxnId="{D00C7B9E-5E88-4480-B627-949AAAAA282E}">
      <dgm:prSet/>
      <dgm:spPr/>
      <dgm:t>
        <a:bodyPr/>
        <a:lstStyle/>
        <a:p>
          <a:endParaRPr lang="en-US"/>
        </a:p>
      </dgm:t>
    </dgm:pt>
    <dgm:pt modelId="{2977F4C5-5EBD-4A84-9A00-DEA3A1F039DC}" type="sibTrans" cxnId="{D00C7B9E-5E88-4480-B627-949AAAAA282E}">
      <dgm:prSet/>
      <dgm:spPr/>
      <dgm:t>
        <a:bodyPr/>
        <a:lstStyle/>
        <a:p>
          <a:endParaRPr lang="en-US"/>
        </a:p>
      </dgm:t>
    </dgm:pt>
    <dgm:pt modelId="{91C06CBC-20FC-4896-A914-814CE2B097DE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68D48DA7-4FB3-4C79-BD94-7E01F2FAF7A8}" type="parTrans" cxnId="{F20E5FFB-78F9-4640-A043-2990645EC466}">
      <dgm:prSet/>
      <dgm:spPr/>
      <dgm:t>
        <a:bodyPr/>
        <a:lstStyle/>
        <a:p>
          <a:endParaRPr lang="en-US"/>
        </a:p>
      </dgm:t>
    </dgm:pt>
    <dgm:pt modelId="{1803C672-2959-4B8E-9CC9-14D752225A72}" type="sibTrans" cxnId="{F20E5FFB-78F9-4640-A043-2990645EC466}">
      <dgm:prSet/>
      <dgm:spPr/>
      <dgm:t>
        <a:bodyPr/>
        <a:lstStyle/>
        <a:p>
          <a:endParaRPr lang="en-US"/>
        </a:p>
      </dgm:t>
    </dgm:pt>
    <dgm:pt modelId="{A54498C8-BEF5-4D8B-B357-881E261C8E10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A5BA852-C8AD-4C91-B860-F37D445C714C}" type="parTrans" cxnId="{F8224EC3-3FC3-453E-8E3B-5CBFB1CF2329}">
      <dgm:prSet/>
      <dgm:spPr/>
      <dgm:t>
        <a:bodyPr/>
        <a:lstStyle/>
        <a:p>
          <a:endParaRPr lang="en-US"/>
        </a:p>
      </dgm:t>
    </dgm:pt>
    <dgm:pt modelId="{91D7BF3A-410C-4C42-BFBF-E3F81843EC2B}" type="sibTrans" cxnId="{F8224EC3-3FC3-453E-8E3B-5CBFB1CF2329}">
      <dgm:prSet/>
      <dgm:spPr/>
      <dgm:t>
        <a:bodyPr/>
        <a:lstStyle/>
        <a:p>
          <a:endParaRPr lang="en-US"/>
        </a:p>
      </dgm:t>
    </dgm:pt>
    <dgm:pt modelId="{5372A2ED-F812-4B32-8247-4F8F5390E71A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32CB701-6C61-460B-9405-BB79ABC83DEA}" type="parTrans" cxnId="{98E84A65-5AB0-4D50-98B2-5FF5ECD12BD2}">
      <dgm:prSet/>
      <dgm:spPr/>
      <dgm:t>
        <a:bodyPr/>
        <a:lstStyle/>
        <a:p>
          <a:endParaRPr lang="en-US"/>
        </a:p>
      </dgm:t>
    </dgm:pt>
    <dgm:pt modelId="{479CFC36-682F-43C6-8D30-51770872D08A}" type="sibTrans" cxnId="{98E84A65-5AB0-4D50-98B2-5FF5ECD12BD2}">
      <dgm:prSet/>
      <dgm:spPr/>
      <dgm:t>
        <a:bodyPr/>
        <a:lstStyle/>
        <a:p>
          <a:endParaRPr lang="en-US"/>
        </a:p>
      </dgm:t>
    </dgm:pt>
    <dgm:pt modelId="{5EF65B11-EF2C-476E-93AD-14A771A65312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3FCD8B0-48FE-4F47-8D8D-AE748E8B83AC}" type="parTrans" cxnId="{10957B2B-A8F9-4932-ABA6-1DF9A369982A}">
      <dgm:prSet/>
      <dgm:spPr/>
      <dgm:t>
        <a:bodyPr/>
        <a:lstStyle/>
        <a:p>
          <a:endParaRPr lang="en-US"/>
        </a:p>
      </dgm:t>
    </dgm:pt>
    <dgm:pt modelId="{9CD42A62-B15D-412A-9F75-E0FE8B1CAB91}" type="sibTrans" cxnId="{10957B2B-A8F9-4932-ABA6-1DF9A369982A}">
      <dgm:prSet/>
      <dgm:spPr/>
      <dgm:t>
        <a:bodyPr/>
        <a:lstStyle/>
        <a:p>
          <a:endParaRPr lang="en-US"/>
        </a:p>
      </dgm:t>
    </dgm:pt>
    <dgm:pt modelId="{A8FEEAD0-10D9-4BA0-9FF6-E76FBF16193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736D654-D828-4A3F-8A2D-83D7CBB96514}" type="parTrans" cxnId="{75991CC5-046C-4F41-807F-E76849CF0725}">
      <dgm:prSet/>
      <dgm:spPr/>
      <dgm:t>
        <a:bodyPr/>
        <a:lstStyle/>
        <a:p>
          <a:endParaRPr lang="en-US"/>
        </a:p>
      </dgm:t>
    </dgm:pt>
    <dgm:pt modelId="{3B6157AC-B93F-4CAB-B65D-81A44AE68524}" type="sibTrans" cxnId="{75991CC5-046C-4F41-807F-E76849CF0725}">
      <dgm:prSet/>
      <dgm:spPr/>
      <dgm:t>
        <a:bodyPr/>
        <a:lstStyle/>
        <a:p>
          <a:endParaRPr lang="en-US"/>
        </a:p>
      </dgm:t>
    </dgm:pt>
    <dgm:pt modelId="{5FFDBCCD-BDF2-42AE-AB49-7F3E29F38982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4CA56A4D-2641-4A84-916D-1EA41DC428A8}" type="parTrans" cxnId="{B9981A93-C74B-41EE-8218-0891D14756F7}">
      <dgm:prSet/>
      <dgm:spPr/>
      <dgm:t>
        <a:bodyPr/>
        <a:lstStyle/>
        <a:p>
          <a:endParaRPr lang="en-US"/>
        </a:p>
      </dgm:t>
    </dgm:pt>
    <dgm:pt modelId="{33A8CEC5-6995-4675-BF82-71989979EB36}" type="sibTrans" cxnId="{B9981A93-C74B-41EE-8218-0891D14756F7}">
      <dgm:prSet/>
      <dgm:spPr/>
      <dgm:t>
        <a:bodyPr/>
        <a:lstStyle/>
        <a:p>
          <a:endParaRPr lang="en-US"/>
        </a:p>
      </dgm:t>
    </dgm:pt>
    <dgm:pt modelId="{7ED60A44-8092-488A-9967-CE29FFCBFE98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4BBFD42-8114-4127-8675-994F0168FC23}" type="parTrans" cxnId="{54A38D01-1A10-4797-9B29-C196D9EBE85E}">
      <dgm:prSet/>
      <dgm:spPr/>
      <dgm:t>
        <a:bodyPr/>
        <a:lstStyle/>
        <a:p>
          <a:endParaRPr lang="en-US"/>
        </a:p>
      </dgm:t>
    </dgm:pt>
    <dgm:pt modelId="{E41B8777-3937-4B52-B9AE-B403C05B2406}" type="sibTrans" cxnId="{54A38D01-1A10-4797-9B29-C196D9EBE85E}">
      <dgm:prSet/>
      <dgm:spPr/>
      <dgm:t>
        <a:bodyPr/>
        <a:lstStyle/>
        <a:p>
          <a:endParaRPr lang="en-US"/>
        </a:p>
      </dgm:t>
    </dgm:pt>
    <dgm:pt modelId="{B0D655A1-7F7B-40E0-801F-71858540881E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E6C9101-08A7-4B78-9041-9E7FCA8CBF66}" type="parTrans" cxnId="{B26CA2A9-E451-4C39-AEA5-D0C7894C7445}">
      <dgm:prSet/>
      <dgm:spPr/>
      <dgm:t>
        <a:bodyPr/>
        <a:lstStyle/>
        <a:p>
          <a:endParaRPr lang="en-US"/>
        </a:p>
      </dgm:t>
    </dgm:pt>
    <dgm:pt modelId="{7E93F163-1DC5-49F1-8242-BF75F143BC23}" type="sibTrans" cxnId="{B26CA2A9-E451-4C39-AEA5-D0C7894C7445}">
      <dgm:prSet/>
      <dgm:spPr/>
      <dgm:t>
        <a:bodyPr/>
        <a:lstStyle/>
        <a:p>
          <a:endParaRPr lang="en-US"/>
        </a:p>
      </dgm:t>
    </dgm:pt>
    <dgm:pt modelId="{EF5147E2-19FC-4E1C-BF86-662EE47DC928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916775C-19D8-452A-81CF-36CF7F8FD9DD}" type="parTrans" cxnId="{83289E4C-278E-44F3-A309-1F6020CEE42F}">
      <dgm:prSet/>
      <dgm:spPr/>
      <dgm:t>
        <a:bodyPr/>
        <a:lstStyle/>
        <a:p>
          <a:endParaRPr lang="en-US"/>
        </a:p>
      </dgm:t>
    </dgm:pt>
    <dgm:pt modelId="{F585C186-320D-4687-B52D-931659D682BC}" type="sibTrans" cxnId="{83289E4C-278E-44F3-A309-1F6020CEE42F}">
      <dgm:prSet/>
      <dgm:spPr/>
      <dgm:t>
        <a:bodyPr/>
        <a:lstStyle/>
        <a:p>
          <a:endParaRPr lang="en-US"/>
        </a:p>
      </dgm:t>
    </dgm:pt>
    <dgm:pt modelId="{71229B9A-2DDC-49F6-9384-011858E43E5B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18D98D7-2C36-4CA0-93D9-981C103C8E49}" type="parTrans" cxnId="{18ABF4C4-909B-48F2-BD26-249502B0789D}">
      <dgm:prSet/>
      <dgm:spPr/>
      <dgm:t>
        <a:bodyPr/>
        <a:lstStyle/>
        <a:p>
          <a:endParaRPr lang="en-US"/>
        </a:p>
      </dgm:t>
    </dgm:pt>
    <dgm:pt modelId="{FF83ABC8-CB9C-4B32-BFA3-5CA84BBDCF8B}" type="sibTrans" cxnId="{18ABF4C4-909B-48F2-BD26-249502B0789D}">
      <dgm:prSet/>
      <dgm:spPr/>
      <dgm:t>
        <a:bodyPr/>
        <a:lstStyle/>
        <a:p>
          <a:endParaRPr lang="en-US"/>
        </a:p>
      </dgm:t>
    </dgm:pt>
    <dgm:pt modelId="{C1A44D14-87E0-4401-84BF-D0EBCB671EA7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355366C-252C-46E1-B0CF-BAB39393E0C0}" type="parTrans" cxnId="{EB469A92-A1F9-4D12-9B5E-6ABA9AE3B5CE}">
      <dgm:prSet/>
      <dgm:spPr/>
      <dgm:t>
        <a:bodyPr/>
        <a:lstStyle/>
        <a:p>
          <a:endParaRPr lang="en-US"/>
        </a:p>
      </dgm:t>
    </dgm:pt>
    <dgm:pt modelId="{909E05EB-A037-4A16-962F-86C2C90E2A8A}" type="sibTrans" cxnId="{EB469A92-A1F9-4D12-9B5E-6ABA9AE3B5CE}">
      <dgm:prSet/>
      <dgm:spPr/>
      <dgm:t>
        <a:bodyPr/>
        <a:lstStyle/>
        <a:p>
          <a:endParaRPr lang="en-US"/>
        </a:p>
      </dgm:t>
    </dgm:pt>
    <dgm:pt modelId="{EFA54AC9-1805-44AC-942A-22A71D6BBE8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B3AF12EF-7B43-4E3E-A118-FB883FF082D3}" type="parTrans" cxnId="{24382DF3-ECFA-4085-B90B-C7D43242A053}">
      <dgm:prSet/>
      <dgm:spPr/>
      <dgm:t>
        <a:bodyPr/>
        <a:lstStyle/>
        <a:p>
          <a:endParaRPr lang="en-US"/>
        </a:p>
      </dgm:t>
    </dgm:pt>
    <dgm:pt modelId="{E8C64C4A-CA6F-4558-8C71-1AD087866F9E}" type="sibTrans" cxnId="{24382DF3-ECFA-4085-B90B-C7D43242A053}">
      <dgm:prSet/>
      <dgm:spPr/>
      <dgm:t>
        <a:bodyPr/>
        <a:lstStyle/>
        <a:p>
          <a:endParaRPr lang="en-US"/>
        </a:p>
      </dgm:t>
    </dgm:pt>
    <dgm:pt modelId="{AFA2CBDB-4F92-4511-9E9C-956220069360}" type="pres">
      <dgm:prSet presAssocID="{73C5C025-C835-42BB-9E40-2FE4C0CAD7BF}" presName="linearFlow" presStyleCnt="0">
        <dgm:presLayoutVars>
          <dgm:dir/>
          <dgm:animLvl val="lvl"/>
          <dgm:resizeHandles val="exact"/>
        </dgm:presLayoutVars>
      </dgm:prSet>
      <dgm:spPr/>
    </dgm:pt>
    <dgm:pt modelId="{4ADE606A-2A15-493E-8B6B-C5E25FBB1ADB}" type="pres">
      <dgm:prSet presAssocID="{4EFB0342-72D9-4137-94B6-D28FC4418747}" presName="composite" presStyleCnt="0"/>
      <dgm:spPr/>
    </dgm:pt>
    <dgm:pt modelId="{2F8421FD-5243-47D8-AAD3-D7D2CFB8D8AB}" type="pres">
      <dgm:prSet presAssocID="{4EFB0342-72D9-4137-94B6-D28FC441874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2EFEDC4-2EA1-4980-A928-D095E34EDCA5}" type="pres">
      <dgm:prSet presAssocID="{4EFB0342-72D9-4137-94B6-D28FC4418747}" presName="parSh" presStyleLbl="node1" presStyleIdx="0" presStyleCnt="3" custLinFactNeighborX="361" custLinFactNeighborY="-797"/>
      <dgm:spPr/>
    </dgm:pt>
    <dgm:pt modelId="{55DA069A-C291-4A59-AB29-02BE2CE745D4}" type="pres">
      <dgm:prSet presAssocID="{4EFB0342-72D9-4137-94B6-D28FC4418747}" presName="desTx" presStyleLbl="fgAcc1" presStyleIdx="0" presStyleCnt="3" custLinFactY="-42176" custLinFactNeighborX="-17843" custLinFactNeighborY="-100000">
        <dgm:presLayoutVars>
          <dgm:bulletEnabled val="1"/>
        </dgm:presLayoutVars>
      </dgm:prSet>
      <dgm:spPr/>
    </dgm:pt>
    <dgm:pt modelId="{97FF592C-573A-4639-A30F-5409BB717857}" type="pres">
      <dgm:prSet presAssocID="{9F04ABB2-3620-4818-AC04-4CB0DFB55BA8}" presName="sibTrans" presStyleLbl="sibTrans2D1" presStyleIdx="0" presStyleCnt="2"/>
      <dgm:spPr/>
    </dgm:pt>
    <dgm:pt modelId="{85FD9792-9A1B-4FA3-97E8-20FD2F46B317}" type="pres">
      <dgm:prSet presAssocID="{9F04ABB2-3620-4818-AC04-4CB0DFB55BA8}" presName="connTx" presStyleLbl="sibTrans2D1" presStyleIdx="0" presStyleCnt="2"/>
      <dgm:spPr/>
    </dgm:pt>
    <dgm:pt modelId="{FDADFB3C-A789-4BE0-8631-5437823855EA}" type="pres">
      <dgm:prSet presAssocID="{E40A54DA-BD47-41FB-A29F-D8AE1FBF2191}" presName="composite" presStyleCnt="0"/>
      <dgm:spPr/>
    </dgm:pt>
    <dgm:pt modelId="{0B3437F7-483A-4C8F-B279-8C9396777EA3}" type="pres">
      <dgm:prSet presAssocID="{E40A54DA-BD47-41FB-A29F-D8AE1FBF2191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B59600D-C95C-479F-9313-00888662D163}" type="pres">
      <dgm:prSet presAssocID="{E40A54DA-BD47-41FB-A29F-D8AE1FBF2191}" presName="parSh" presStyleLbl="node1" presStyleIdx="1" presStyleCnt="3" custLinFactNeighborX="-3400"/>
      <dgm:spPr/>
    </dgm:pt>
    <dgm:pt modelId="{226E016C-9230-4B11-956B-27CFA563CE33}" type="pres">
      <dgm:prSet presAssocID="{E40A54DA-BD47-41FB-A29F-D8AE1FBF2191}" presName="desTx" presStyleLbl="fgAcc1" presStyleIdx="1" presStyleCnt="3" custLinFactY="-49393" custLinFactNeighborX="-23480" custLinFactNeighborY="-100000">
        <dgm:presLayoutVars>
          <dgm:bulletEnabled val="1"/>
        </dgm:presLayoutVars>
      </dgm:prSet>
      <dgm:spPr/>
    </dgm:pt>
    <dgm:pt modelId="{C9CE68AF-2391-4B30-BAA5-D27024EBDCDA}" type="pres">
      <dgm:prSet presAssocID="{E8ADF1B6-C4D1-4B52-B409-68763DC24216}" presName="sibTrans" presStyleLbl="sibTrans2D1" presStyleIdx="1" presStyleCnt="2"/>
      <dgm:spPr/>
    </dgm:pt>
    <dgm:pt modelId="{B789993B-6C21-4B35-AEA7-5792DB2359FB}" type="pres">
      <dgm:prSet presAssocID="{E8ADF1B6-C4D1-4B52-B409-68763DC24216}" presName="connTx" presStyleLbl="sibTrans2D1" presStyleIdx="1" presStyleCnt="2"/>
      <dgm:spPr/>
    </dgm:pt>
    <dgm:pt modelId="{2DB81CA8-4FEC-4C6A-93F9-E724451776E3}" type="pres">
      <dgm:prSet presAssocID="{62326FAB-F23B-4D1B-9DF6-9B21133F7E1F}" presName="composite" presStyleCnt="0"/>
      <dgm:spPr/>
    </dgm:pt>
    <dgm:pt modelId="{450317A6-E11E-440A-8FF4-B886BE7C1539}" type="pres">
      <dgm:prSet presAssocID="{62326FAB-F23B-4D1B-9DF6-9B21133F7E1F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81A9AF6-A88B-4F6E-9B99-4355B784995A}" type="pres">
      <dgm:prSet presAssocID="{62326FAB-F23B-4D1B-9DF6-9B21133F7E1F}" presName="parSh" presStyleLbl="node1" presStyleIdx="2" presStyleCnt="3" custLinFactNeighborX="2427"/>
      <dgm:spPr/>
    </dgm:pt>
    <dgm:pt modelId="{547CF10C-798C-4BED-A8C7-135A1244483E}" type="pres">
      <dgm:prSet presAssocID="{62326FAB-F23B-4D1B-9DF6-9B21133F7E1F}" presName="desTx" presStyleLbl="fgAcc1" presStyleIdx="2" presStyleCnt="3" custLinFactY="-45791" custLinFactNeighborX="-13161" custLinFactNeighborY="-100000">
        <dgm:presLayoutVars>
          <dgm:bulletEnabled val="1"/>
        </dgm:presLayoutVars>
      </dgm:prSet>
      <dgm:spPr/>
    </dgm:pt>
  </dgm:ptLst>
  <dgm:cxnLst>
    <dgm:cxn modelId="{54A38D01-1A10-4797-9B29-C196D9EBE85E}" srcId="{62326FAB-F23B-4D1B-9DF6-9B21133F7E1F}" destId="{7ED60A44-8092-488A-9967-CE29FFCBFE98}" srcOrd="15" destOrd="0" parTransId="{54BBFD42-8114-4127-8675-994F0168FC23}" sibTransId="{E41B8777-3937-4B52-B9AE-B403C05B2406}"/>
    <dgm:cxn modelId="{8DB3D202-DA89-46E8-B1BA-BEDF390CEA0D}" type="presOf" srcId="{80FFB124-AF1D-4DD0-AA3C-5849B4DC1206}" destId="{226E016C-9230-4B11-956B-27CFA563CE33}" srcOrd="0" destOrd="3" presId="urn:microsoft.com/office/officeart/2005/8/layout/process3"/>
    <dgm:cxn modelId="{456FDD02-A865-4E78-A92C-523A9A78E871}" type="presOf" srcId="{92B2327D-FA23-4EC7-B461-6948C6FAA5CD}" destId="{55DA069A-C291-4A59-AB29-02BE2CE745D4}" srcOrd="0" destOrd="11" presId="urn:microsoft.com/office/officeart/2005/8/layout/process3"/>
    <dgm:cxn modelId="{B7E0B806-683B-4E11-B703-F378FAAC56C7}" type="presOf" srcId="{0D144CFA-1B89-48C2-9E24-6FA29BA5F87B}" destId="{226E016C-9230-4B11-956B-27CFA563CE33}" srcOrd="0" destOrd="10" presId="urn:microsoft.com/office/officeart/2005/8/layout/process3"/>
    <dgm:cxn modelId="{2C261409-252F-429F-B720-EBE75956219B}" srcId="{4EFB0342-72D9-4137-94B6-D28FC4418747}" destId="{33136625-90A2-4840-A585-D6955579782E}" srcOrd="5" destOrd="0" parTransId="{6CDA07E0-5C51-4D97-8D8B-F168F2BE72E3}" sibTransId="{8FAAB196-DF53-4951-835F-58E6EFC5A8D1}"/>
    <dgm:cxn modelId="{6494E60B-0CB7-4208-A08F-913114C977A1}" type="presOf" srcId="{B949A6D7-C4BC-4BBA-8550-CE166C85D5B2}" destId="{55DA069A-C291-4A59-AB29-02BE2CE745D4}" srcOrd="0" destOrd="6" presId="urn:microsoft.com/office/officeart/2005/8/layout/process3"/>
    <dgm:cxn modelId="{8B7E8011-F3B4-410E-A457-DC3E92DC0B6A}" type="presOf" srcId="{1FAD9A23-AA22-45FE-BF68-E688DCFA759D}" destId="{55DA069A-C291-4A59-AB29-02BE2CE745D4}" srcOrd="0" destOrd="10" presId="urn:microsoft.com/office/officeart/2005/8/layout/process3"/>
    <dgm:cxn modelId="{9FC5E015-5714-4FA9-B29C-1DA2503AB146}" type="presOf" srcId="{73C5C025-C835-42BB-9E40-2FE4C0CAD7BF}" destId="{AFA2CBDB-4F92-4511-9E9C-956220069360}" srcOrd="0" destOrd="0" presId="urn:microsoft.com/office/officeart/2005/8/layout/process3"/>
    <dgm:cxn modelId="{CB739F18-DA28-409D-AB19-3DCC927CF607}" type="presOf" srcId="{EF5147E2-19FC-4E1C-BF86-662EE47DC928}" destId="{547CF10C-798C-4BED-A8C7-135A1244483E}" srcOrd="0" destOrd="6" presId="urn:microsoft.com/office/officeart/2005/8/layout/process3"/>
    <dgm:cxn modelId="{8838831C-225F-4EB2-B4FD-7B40A9B34884}" srcId="{E40A54DA-BD47-41FB-A29F-D8AE1FBF2191}" destId="{70AD3003-F5AF-4112-B496-EE4CD003F215}" srcOrd="2" destOrd="0" parTransId="{328889B5-0849-4513-80DC-D50137C9C88B}" sibTransId="{52F6683D-EEA7-4A35-8ABA-D6D0FEE10A08}"/>
    <dgm:cxn modelId="{DCDFB122-87DA-4828-B0BB-1967532E3970}" type="presOf" srcId="{5ED47F6D-A47D-412F-B460-22EFF48ED397}" destId="{226E016C-9230-4B11-956B-27CFA563CE33}" srcOrd="0" destOrd="7" presId="urn:microsoft.com/office/officeart/2005/8/layout/process3"/>
    <dgm:cxn modelId="{7BA3E222-D59A-4DB2-9536-FA08F22CE8BC}" srcId="{E40A54DA-BD47-41FB-A29F-D8AE1FBF2191}" destId="{0D144CFA-1B89-48C2-9E24-6FA29BA5F87B}" srcOrd="10" destOrd="0" parTransId="{07F843E7-A38B-4A34-AF51-98FE7B7C6C65}" sibTransId="{04E63436-5E1A-489E-88E0-53E193A135FE}"/>
    <dgm:cxn modelId="{F49DF323-8F66-429B-B092-E3E0AA3FFBB6}" srcId="{4EFB0342-72D9-4137-94B6-D28FC4418747}" destId="{92B2327D-FA23-4EC7-B461-6948C6FAA5CD}" srcOrd="11" destOrd="0" parTransId="{7239DF79-5823-4885-94A6-F91988D0A139}" sibTransId="{419A1E44-D0C7-4004-BD2D-69D64D3C9BEC}"/>
    <dgm:cxn modelId="{B6189725-DFA3-4F2E-895C-D268ED74021D}" type="presOf" srcId="{A5A05C85-1E7F-4C8E-919F-C436B919205B}" destId="{547CF10C-798C-4BED-A8C7-135A1244483E}" srcOrd="0" destOrd="0" presId="urn:microsoft.com/office/officeart/2005/8/layout/process3"/>
    <dgm:cxn modelId="{2E67B327-5ECF-43FA-878C-9F448171047C}" srcId="{73C5C025-C835-42BB-9E40-2FE4C0CAD7BF}" destId="{E40A54DA-BD47-41FB-A29F-D8AE1FBF2191}" srcOrd="1" destOrd="0" parTransId="{84308B7C-8317-4FB7-9DB6-4DE3A1F3AC4F}" sibTransId="{E8ADF1B6-C4D1-4B52-B409-68763DC24216}"/>
    <dgm:cxn modelId="{10957B2B-A8F9-4932-ABA6-1DF9A369982A}" srcId="{62326FAB-F23B-4D1B-9DF6-9B21133F7E1F}" destId="{5EF65B11-EF2C-476E-93AD-14A771A65312}" srcOrd="11" destOrd="0" parTransId="{B3FCD8B0-48FE-4F47-8D8D-AE748E8B83AC}" sibTransId="{9CD42A62-B15D-412A-9F75-E0FE8B1CAB91}"/>
    <dgm:cxn modelId="{2BD15731-0678-4750-B135-BF112A33FB36}" type="presOf" srcId="{D6774C44-A1AD-4456-8D8E-8B548AF7918D}" destId="{226E016C-9230-4B11-956B-27CFA563CE33}" srcOrd="0" destOrd="1" presId="urn:microsoft.com/office/officeart/2005/8/layout/process3"/>
    <dgm:cxn modelId="{BB398D38-7916-4E1C-931D-695A3EAD7856}" type="presOf" srcId="{EFA54AC9-1805-44AC-942A-22A71D6BBE85}" destId="{547CF10C-798C-4BED-A8C7-135A1244483E}" srcOrd="0" destOrd="14" presId="urn:microsoft.com/office/officeart/2005/8/layout/process3"/>
    <dgm:cxn modelId="{76B1F43F-67EB-41FC-AC32-917631BB4370}" type="presOf" srcId="{E8ADF1B6-C4D1-4B52-B409-68763DC24216}" destId="{B789993B-6C21-4B35-AEA7-5792DB2359FB}" srcOrd="1" destOrd="0" presId="urn:microsoft.com/office/officeart/2005/8/layout/process3"/>
    <dgm:cxn modelId="{D52E0D5C-DA6A-4AD8-8C5C-C4D02E259FDC}" type="presOf" srcId="{5FFDBCCD-BDF2-42AE-AB49-7F3E29F38982}" destId="{547CF10C-798C-4BED-A8C7-135A1244483E}" srcOrd="0" destOrd="13" presId="urn:microsoft.com/office/officeart/2005/8/layout/process3"/>
    <dgm:cxn modelId="{2C12625D-E342-423A-963E-1398C1D6FC8B}" type="presOf" srcId="{83435FDE-A328-4105-98CC-F84F12949A63}" destId="{55DA069A-C291-4A59-AB29-02BE2CE745D4}" srcOrd="0" destOrd="4" presId="urn:microsoft.com/office/officeart/2005/8/layout/process3"/>
    <dgm:cxn modelId="{8164485F-626B-4E45-BB87-11BA71C36B4D}" srcId="{E40A54DA-BD47-41FB-A29F-D8AE1FBF2191}" destId="{EAFBB238-22D0-4767-818A-370B5B6F22B9}" srcOrd="4" destOrd="0" parTransId="{8DC6B0A0-DEDA-493B-BC4F-83F80876A63A}" sibTransId="{BDA9CB3B-0B2D-401D-8033-1A26E48160A2}"/>
    <dgm:cxn modelId="{2086F460-698F-4F39-89DC-620DBC048060}" srcId="{62326FAB-F23B-4D1B-9DF6-9B21133F7E1F}" destId="{3AD1965B-5F5B-4CF1-B4AE-ED11EFEC83AF}" srcOrd="2" destOrd="0" parTransId="{5F614BEA-789F-4856-827F-A165D20D85D4}" sibTransId="{86A21CE4-D01F-47B0-A35B-880FDFD85CDC}"/>
    <dgm:cxn modelId="{7E2ADB64-76EB-4A3E-BCA3-116D9B6477F2}" type="presOf" srcId="{4EFB0342-72D9-4137-94B6-D28FC4418747}" destId="{22EFEDC4-2EA1-4980-A928-D095E34EDCA5}" srcOrd="1" destOrd="0" presId="urn:microsoft.com/office/officeart/2005/8/layout/process3"/>
    <dgm:cxn modelId="{98E84A65-5AB0-4D50-98B2-5FF5ECD12BD2}" srcId="{62326FAB-F23B-4D1B-9DF6-9B21133F7E1F}" destId="{5372A2ED-F812-4B32-8247-4F8F5390E71A}" srcOrd="10" destOrd="0" parTransId="{B32CB701-6C61-460B-9405-BB79ABC83DEA}" sibTransId="{479CFC36-682F-43C6-8D30-51770872D08A}"/>
    <dgm:cxn modelId="{E3C79A65-94BE-4541-B4CC-CF3C757641FF}" type="presOf" srcId="{1B7ED5D0-A690-4771-9F14-5063710C3CB7}" destId="{547CF10C-798C-4BED-A8C7-135A1244483E}" srcOrd="0" destOrd="3" presId="urn:microsoft.com/office/officeart/2005/8/layout/process3"/>
    <dgm:cxn modelId="{AF429F66-C045-4F4F-AAA8-EB0118298AF3}" type="presOf" srcId="{5EF65B11-EF2C-476E-93AD-14A771A65312}" destId="{547CF10C-798C-4BED-A8C7-135A1244483E}" srcOrd="0" destOrd="11" presId="urn:microsoft.com/office/officeart/2005/8/layout/process3"/>
    <dgm:cxn modelId="{0B536667-BD25-4B5C-8AC1-BF755D7AAF49}" type="presOf" srcId="{3265C081-3E52-4BF5-A69B-CFA6E1A310EB}" destId="{55DA069A-C291-4A59-AB29-02BE2CE745D4}" srcOrd="0" destOrd="9" presId="urn:microsoft.com/office/officeart/2005/8/layout/process3"/>
    <dgm:cxn modelId="{30B36C47-DD76-48EE-9518-A0397D925544}" type="presOf" srcId="{B0D655A1-7F7B-40E0-801F-71858540881E}" destId="{547CF10C-798C-4BED-A8C7-135A1244483E}" srcOrd="0" destOrd="9" presId="urn:microsoft.com/office/officeart/2005/8/layout/process3"/>
    <dgm:cxn modelId="{04475867-5753-4269-A673-AE995AABF211}" type="presOf" srcId="{E40A54DA-BD47-41FB-A29F-D8AE1FBF2191}" destId="{0B3437F7-483A-4C8F-B279-8C9396777EA3}" srcOrd="0" destOrd="0" presId="urn:microsoft.com/office/officeart/2005/8/layout/process3"/>
    <dgm:cxn modelId="{110EB647-EB6E-4578-8D1E-13A6C3EC1F0E}" srcId="{4EFB0342-72D9-4137-94B6-D28FC4418747}" destId="{72B2CF09-3B89-44D5-8C9B-A0E75FA3C286}" srcOrd="2" destOrd="0" parTransId="{416D066C-AA96-4D37-BEC3-17B76048DEB3}" sibTransId="{4C0A8C98-1FA9-4186-87D3-32142F36E335}"/>
    <dgm:cxn modelId="{F4F44D68-1182-4116-A2F1-DE493448E39B}" type="presOf" srcId="{A54498C8-BEF5-4D8B-B357-881E261C8E10}" destId="{547CF10C-798C-4BED-A8C7-135A1244483E}" srcOrd="0" destOrd="5" presId="urn:microsoft.com/office/officeart/2005/8/layout/process3"/>
    <dgm:cxn modelId="{1DC87B49-63A2-46F2-A769-AEAF9D5B9E4F}" type="presOf" srcId="{72B2CF09-3B89-44D5-8C9B-A0E75FA3C286}" destId="{55DA069A-C291-4A59-AB29-02BE2CE745D4}" srcOrd="0" destOrd="2" presId="urn:microsoft.com/office/officeart/2005/8/layout/process3"/>
    <dgm:cxn modelId="{2A981C4A-4D24-406D-9665-0DE918E177F3}" type="presOf" srcId="{71229B9A-2DDC-49F6-9384-011858E43E5B}" destId="{547CF10C-798C-4BED-A8C7-135A1244483E}" srcOrd="0" destOrd="7" presId="urn:microsoft.com/office/officeart/2005/8/layout/process3"/>
    <dgm:cxn modelId="{019E9B4B-D502-42D4-B204-E61B490C6500}" type="presOf" srcId="{E40A54DA-BD47-41FB-A29F-D8AE1FBF2191}" destId="{3B59600D-C95C-479F-9313-00888662D163}" srcOrd="1" destOrd="0" presId="urn:microsoft.com/office/officeart/2005/8/layout/process3"/>
    <dgm:cxn modelId="{83289E4C-278E-44F3-A309-1F6020CEE42F}" srcId="{62326FAB-F23B-4D1B-9DF6-9B21133F7E1F}" destId="{EF5147E2-19FC-4E1C-BF86-662EE47DC928}" srcOrd="6" destOrd="0" parTransId="{7916775C-19D8-452A-81CF-36CF7F8FD9DD}" sibTransId="{F585C186-320D-4687-B52D-931659D682BC}"/>
    <dgm:cxn modelId="{CEF3EE4C-89DD-4025-A0D7-B72DD696C040}" type="presOf" srcId="{DC61DBD0-D44B-4324-AA7F-6D46F9810E47}" destId="{226E016C-9230-4B11-956B-27CFA563CE33}" srcOrd="0" destOrd="9" presId="urn:microsoft.com/office/officeart/2005/8/layout/process3"/>
    <dgm:cxn modelId="{43F1C66F-613F-4D09-A1F1-2661765B9991}" srcId="{4EFB0342-72D9-4137-94B6-D28FC4418747}" destId="{1FAD9A23-AA22-45FE-BF68-E688DCFA759D}" srcOrd="10" destOrd="0" parTransId="{964E9FEA-6874-4FB7-BF11-39C2999BBE64}" sibTransId="{BA6189F9-FEC6-4D3B-8ED8-8A2F22635AC7}"/>
    <dgm:cxn modelId="{6FBC4270-E926-45DE-A782-1004FAA9116B}" srcId="{4EFB0342-72D9-4137-94B6-D28FC4418747}" destId="{CFC251A7-5E8D-4778-A70B-6BD515E7967E}" srcOrd="1" destOrd="0" parTransId="{88369D19-8A5A-48FF-ABDD-032086136295}" sibTransId="{9E30CCD7-AA2C-44F0-962A-1A50B0D45A99}"/>
    <dgm:cxn modelId="{B2529350-69C4-467D-9EAA-CADD1848A812}" type="presOf" srcId="{EAE80EC4-4EE7-46BE-82F7-2A7365920D3B}" destId="{226E016C-9230-4B11-956B-27CFA563CE33}" srcOrd="0" destOrd="12" presId="urn:microsoft.com/office/officeart/2005/8/layout/process3"/>
    <dgm:cxn modelId="{C1D05151-60E4-46C2-A5B7-39321DF7F2EE}" srcId="{73C5C025-C835-42BB-9E40-2FE4C0CAD7BF}" destId="{4EFB0342-72D9-4137-94B6-D28FC4418747}" srcOrd="0" destOrd="0" parTransId="{072C78C7-8578-4257-819E-C6CD812B7A23}" sibTransId="{9F04ABB2-3620-4818-AC04-4CB0DFB55BA8}"/>
    <dgm:cxn modelId="{6AAA7373-E190-4794-B160-DDE3F3C048C1}" type="presOf" srcId="{9B8E0B68-E8F7-4917-ACDC-905D2D8FF396}" destId="{226E016C-9230-4B11-956B-27CFA563CE33}" srcOrd="0" destOrd="0" presId="urn:microsoft.com/office/officeart/2005/8/layout/process3"/>
    <dgm:cxn modelId="{51EEB753-7779-463D-81FB-98533827B91B}" type="presOf" srcId="{CEBCE9AA-3373-4F24-97B6-A43BC3CAC2F4}" destId="{226E016C-9230-4B11-956B-27CFA563CE33}" srcOrd="0" destOrd="5" presId="urn:microsoft.com/office/officeart/2005/8/layout/process3"/>
    <dgm:cxn modelId="{92DA2E54-DD1A-4B03-BC5D-3DDB9A2E2B7F}" srcId="{4EFB0342-72D9-4137-94B6-D28FC4418747}" destId="{757986BA-BE75-4388-8F8C-D2E53B151ABA}" srcOrd="7" destOrd="0" parTransId="{A8B78429-26C5-4E19-8B75-2089614D9976}" sibTransId="{25F386FA-D01E-48CE-8DF0-98750347F6EF}"/>
    <dgm:cxn modelId="{4EECB755-45B1-4CA6-9C71-DAC29260422E}" srcId="{62326FAB-F23B-4D1B-9DF6-9B21133F7E1F}" destId="{A5A05C85-1E7F-4C8E-919F-C436B919205B}" srcOrd="0" destOrd="0" parTransId="{E7A4933C-3096-4AE4-8CA2-4F9D8FB587A9}" sibTransId="{4889C2AA-D5B3-4335-9BC6-C57EA5D43697}"/>
    <dgm:cxn modelId="{3792C557-E2D5-4979-88FA-7E43D949DEE7}" srcId="{E40A54DA-BD47-41FB-A29F-D8AE1FBF2191}" destId="{5ED47F6D-A47D-412F-B460-22EFF48ED397}" srcOrd="7" destOrd="0" parTransId="{BAD400F2-626A-4E72-8D21-EF7405A8EAF8}" sibTransId="{A1F42494-916E-4D91-9B76-E96D5E7E4ECD}"/>
    <dgm:cxn modelId="{213D5481-BC60-453B-BC5E-3DEDD0642B66}" type="presOf" srcId="{91C06CBC-20FC-4896-A914-814CE2B097DE}" destId="{547CF10C-798C-4BED-A8C7-135A1244483E}" srcOrd="0" destOrd="4" presId="urn:microsoft.com/office/officeart/2005/8/layout/process3"/>
    <dgm:cxn modelId="{331C3988-1E5F-4B07-B249-6DAA0A18F440}" srcId="{E40A54DA-BD47-41FB-A29F-D8AE1FBF2191}" destId="{31B8356B-F227-4295-B60A-081DC82F2480}" srcOrd="11" destOrd="0" parTransId="{E4EA6C0C-645A-44B2-B858-C30B1C2D9226}" sibTransId="{36C2ED92-9ACA-44E9-A357-83FA386AE06B}"/>
    <dgm:cxn modelId="{206F5E88-3669-4BA6-975F-322E923E316D}" srcId="{E40A54DA-BD47-41FB-A29F-D8AE1FBF2191}" destId="{CF366E4C-E9F0-4A20-AAFE-9B75C9E3E14B}" srcOrd="8" destOrd="0" parTransId="{44C99A79-853A-4574-B92D-8617E8FDFEC3}" sibTransId="{3C384792-D42A-46B2-A751-998999A119EF}"/>
    <dgm:cxn modelId="{01D9B789-0C6E-4806-A789-2D511394DB00}" type="presOf" srcId="{C218BF62-544D-458D-A54C-79CD2068DDC3}" destId="{547CF10C-798C-4BED-A8C7-135A1244483E}" srcOrd="0" destOrd="1" presId="urn:microsoft.com/office/officeart/2005/8/layout/process3"/>
    <dgm:cxn modelId="{9B33B98C-C83F-4A45-9E55-7C39F4921733}" srcId="{4EFB0342-72D9-4137-94B6-D28FC4418747}" destId="{FC426AF5-E941-4B3E-B9EB-7D5881CF8A91}" srcOrd="8" destOrd="0" parTransId="{AF12266D-BC74-42C0-96F3-7617C40F2177}" sibTransId="{C4670258-BCDA-4F7A-BFE3-E0572F70D66C}"/>
    <dgm:cxn modelId="{EB469A92-A1F9-4D12-9B5E-6ABA9AE3B5CE}" srcId="{62326FAB-F23B-4D1B-9DF6-9B21133F7E1F}" destId="{C1A44D14-87E0-4401-84BF-D0EBCB671EA7}" srcOrd="8" destOrd="0" parTransId="{2355366C-252C-46E1-B0CF-BAB39393E0C0}" sibTransId="{909E05EB-A037-4A16-962F-86C2C90E2A8A}"/>
    <dgm:cxn modelId="{B9981A93-C74B-41EE-8218-0891D14756F7}" srcId="{62326FAB-F23B-4D1B-9DF6-9B21133F7E1F}" destId="{5FFDBCCD-BDF2-42AE-AB49-7F3E29F38982}" srcOrd="13" destOrd="0" parTransId="{4CA56A4D-2641-4A84-916D-1EA41DC428A8}" sibTransId="{33A8CEC5-6995-4675-BF82-71989979EB36}"/>
    <dgm:cxn modelId="{825FC495-7BC0-40C1-A48B-E09159F00029}" srcId="{4EFB0342-72D9-4137-94B6-D28FC4418747}" destId="{3265C081-3E52-4BF5-A69B-CFA6E1A310EB}" srcOrd="9" destOrd="0" parTransId="{149D8988-C1D9-4BFC-9608-3D09980E0228}" sibTransId="{1A2F79BF-473B-4135-94FF-B0940AC2246E}"/>
    <dgm:cxn modelId="{B4AD8496-5123-41C2-A13F-9063CD8A5357}" type="presOf" srcId="{33136625-90A2-4840-A585-D6955579782E}" destId="{55DA069A-C291-4A59-AB29-02BE2CE745D4}" srcOrd="0" destOrd="5" presId="urn:microsoft.com/office/officeart/2005/8/layout/process3"/>
    <dgm:cxn modelId="{3A6F8897-EF2D-4CAA-85A9-C476021CFC39}" type="presOf" srcId="{62326FAB-F23B-4D1B-9DF6-9B21133F7E1F}" destId="{D81A9AF6-A88B-4F6E-9B99-4355B784995A}" srcOrd="1" destOrd="0" presId="urn:microsoft.com/office/officeart/2005/8/layout/process3"/>
    <dgm:cxn modelId="{D93F669B-12A2-4CEF-ABBC-6CA088D4BE7C}" type="presOf" srcId="{E8ADF1B6-C4D1-4B52-B409-68763DC24216}" destId="{C9CE68AF-2391-4B30-BAA5-D27024EBDCDA}" srcOrd="0" destOrd="0" presId="urn:microsoft.com/office/officeart/2005/8/layout/process3"/>
    <dgm:cxn modelId="{F1C7EB9B-F971-40C3-B168-6C3BFC2964D6}" srcId="{E40A54DA-BD47-41FB-A29F-D8AE1FBF2191}" destId="{80FFB124-AF1D-4DD0-AA3C-5849B4DC1206}" srcOrd="3" destOrd="0" parTransId="{970AAACB-D6E9-4141-B949-7069DB533DA0}" sibTransId="{815F16CE-2F0B-4E39-9EFE-8C5697972F99}"/>
    <dgm:cxn modelId="{D00C7B9E-5E88-4480-B627-949AAAAA282E}" srcId="{62326FAB-F23B-4D1B-9DF6-9B21133F7E1F}" destId="{1B7ED5D0-A690-4771-9F14-5063710C3CB7}" srcOrd="3" destOrd="0" parTransId="{7410CF55-5F2E-4053-A091-869DE3F6EB96}" sibTransId="{2977F4C5-5EBD-4A84-9A00-DEA3A1F039DC}"/>
    <dgm:cxn modelId="{87CAD89E-D2D2-491D-AB5F-A12FDBD41EE8}" srcId="{4EFB0342-72D9-4137-94B6-D28FC4418747}" destId="{B949A6D7-C4BC-4BBA-8550-CE166C85D5B2}" srcOrd="6" destOrd="0" parTransId="{D77C9221-CFC3-4BC9-A904-CFA65954DEB6}" sibTransId="{81859DCB-A5DF-485C-A9AB-167BE3FA801A}"/>
    <dgm:cxn modelId="{DA1DB2A2-B656-41FA-884D-7A507B9672EC}" type="presOf" srcId="{5372A2ED-F812-4B32-8247-4F8F5390E71A}" destId="{547CF10C-798C-4BED-A8C7-135A1244483E}" srcOrd="0" destOrd="10" presId="urn:microsoft.com/office/officeart/2005/8/layout/process3"/>
    <dgm:cxn modelId="{B02100A3-A7F1-48C0-B135-B2582C62EA81}" type="presOf" srcId="{9E947CAD-1CE1-41B1-851E-763D7646C176}" destId="{226E016C-9230-4B11-956B-27CFA563CE33}" srcOrd="0" destOrd="6" presId="urn:microsoft.com/office/officeart/2005/8/layout/process3"/>
    <dgm:cxn modelId="{AF92EEA5-BB3D-4ACE-B9E6-4654E2E862C4}" srcId="{4EFB0342-72D9-4137-94B6-D28FC4418747}" destId="{A1108AC4-DEDA-4F53-AD82-1D370934CBB5}" srcOrd="3" destOrd="0" parTransId="{4D480B5A-5F53-449A-81A2-AF3988545DE9}" sibTransId="{C93F680D-F204-4DEC-A8D9-D09CC3A48762}"/>
    <dgm:cxn modelId="{D22F41A7-9D80-4171-951E-083B8FAA2846}" type="presOf" srcId="{EAFBB238-22D0-4767-818A-370B5B6F22B9}" destId="{226E016C-9230-4B11-956B-27CFA563CE33}" srcOrd="0" destOrd="4" presId="urn:microsoft.com/office/officeart/2005/8/layout/process3"/>
    <dgm:cxn modelId="{6FF752A9-0617-4A06-8D11-3C040EA85BB4}" type="presOf" srcId="{62326FAB-F23B-4D1B-9DF6-9B21133F7E1F}" destId="{450317A6-E11E-440A-8FF4-B886BE7C1539}" srcOrd="0" destOrd="0" presId="urn:microsoft.com/office/officeart/2005/8/layout/process3"/>
    <dgm:cxn modelId="{B26CA2A9-E451-4C39-AEA5-D0C7894C7445}" srcId="{62326FAB-F23B-4D1B-9DF6-9B21133F7E1F}" destId="{B0D655A1-7F7B-40E0-801F-71858540881E}" srcOrd="9" destOrd="0" parTransId="{7E6C9101-08A7-4B78-9041-9E7FCA8CBF66}" sibTransId="{7E93F163-1DC5-49F1-8242-BF75F143BC23}"/>
    <dgm:cxn modelId="{8073EDA9-2F9E-4F2A-9D88-A81A34A7B9E5}" type="presOf" srcId="{7ED60A44-8092-488A-9967-CE29FFCBFE98}" destId="{547CF10C-798C-4BED-A8C7-135A1244483E}" srcOrd="0" destOrd="15" presId="urn:microsoft.com/office/officeart/2005/8/layout/process3"/>
    <dgm:cxn modelId="{7526D6AD-698A-4F8C-B3E2-6287EC4A945B}" type="presOf" srcId="{CF366E4C-E9F0-4A20-AAFE-9B75C9E3E14B}" destId="{226E016C-9230-4B11-956B-27CFA563CE33}" srcOrd="0" destOrd="8" presId="urn:microsoft.com/office/officeart/2005/8/layout/process3"/>
    <dgm:cxn modelId="{BDED59B1-9CCE-48CB-9DAA-2F719E3F1BFF}" srcId="{E40A54DA-BD47-41FB-A29F-D8AE1FBF2191}" destId="{D6774C44-A1AD-4456-8D8E-8B548AF7918D}" srcOrd="1" destOrd="0" parTransId="{84CD74E8-8ABB-4B41-B436-B2A50D13CDF8}" sibTransId="{72308F9C-17E0-4FC7-B251-17D8F011146D}"/>
    <dgm:cxn modelId="{47DF04B3-7E93-4363-B117-5725A134960D}" type="presOf" srcId="{757986BA-BE75-4388-8F8C-D2E53B151ABA}" destId="{55DA069A-C291-4A59-AB29-02BE2CE745D4}" srcOrd="0" destOrd="7" presId="urn:microsoft.com/office/officeart/2005/8/layout/process3"/>
    <dgm:cxn modelId="{75D08FBA-66C4-4711-87CE-29AA96A55175}" type="presOf" srcId="{3AD1965B-5F5B-4CF1-B4AE-ED11EFEC83AF}" destId="{547CF10C-798C-4BED-A8C7-135A1244483E}" srcOrd="0" destOrd="2" presId="urn:microsoft.com/office/officeart/2005/8/layout/process3"/>
    <dgm:cxn modelId="{429242BD-7560-4C2D-917D-619EBDECA41B}" type="presOf" srcId="{A1108AC4-DEDA-4F53-AD82-1D370934CBB5}" destId="{55DA069A-C291-4A59-AB29-02BE2CE745D4}" srcOrd="0" destOrd="3" presId="urn:microsoft.com/office/officeart/2005/8/layout/process3"/>
    <dgm:cxn modelId="{17EC82BE-9F73-4B38-93A4-6AF9692E78E0}" srcId="{E40A54DA-BD47-41FB-A29F-D8AE1FBF2191}" destId="{9B8E0B68-E8F7-4917-ACDC-905D2D8FF396}" srcOrd="0" destOrd="0" parTransId="{16B20267-DB7C-4358-801F-CC97130806B8}" sibTransId="{5EA23767-322C-4A06-BCE9-BA7A12D03083}"/>
    <dgm:cxn modelId="{71C111C1-580D-4F1B-88CC-660DA7A70A80}" srcId="{E40A54DA-BD47-41FB-A29F-D8AE1FBF2191}" destId="{9E947CAD-1CE1-41B1-851E-763D7646C176}" srcOrd="6" destOrd="0" parTransId="{E77F6442-05A6-4853-A871-5DD03E35FA0D}" sibTransId="{C174CCD8-4A19-4CF6-87F0-D2EE4A495A34}"/>
    <dgm:cxn modelId="{F8224EC3-3FC3-453E-8E3B-5CBFB1CF2329}" srcId="{62326FAB-F23B-4D1B-9DF6-9B21133F7E1F}" destId="{A54498C8-BEF5-4D8B-B357-881E261C8E10}" srcOrd="5" destOrd="0" parTransId="{2A5BA852-C8AD-4C91-B860-F37D445C714C}" sibTransId="{91D7BF3A-410C-4C42-BFBF-E3F81843EC2B}"/>
    <dgm:cxn modelId="{E3C7EDC4-44C9-4D9C-8AB6-181A495193CC}" srcId="{E40A54DA-BD47-41FB-A29F-D8AE1FBF2191}" destId="{DC61DBD0-D44B-4324-AA7F-6D46F9810E47}" srcOrd="9" destOrd="0" parTransId="{1DBC38DC-2851-4C96-9C45-C44E40AC4A10}" sibTransId="{512EAC4E-1256-4EAF-8505-4BA37E900210}"/>
    <dgm:cxn modelId="{18ABF4C4-909B-48F2-BD26-249502B0789D}" srcId="{62326FAB-F23B-4D1B-9DF6-9B21133F7E1F}" destId="{71229B9A-2DDC-49F6-9384-011858E43E5B}" srcOrd="7" destOrd="0" parTransId="{718D98D7-2C36-4CA0-93D9-981C103C8E49}" sibTransId="{FF83ABC8-CB9C-4B32-BFA3-5CA84BBDCF8B}"/>
    <dgm:cxn modelId="{75991CC5-046C-4F41-807F-E76849CF0725}" srcId="{62326FAB-F23B-4D1B-9DF6-9B21133F7E1F}" destId="{A8FEEAD0-10D9-4BA0-9FF6-E76FBF161939}" srcOrd="12" destOrd="0" parTransId="{D736D654-D828-4A3F-8A2D-83D7CBB96514}" sibTransId="{3B6157AC-B93F-4CAB-B65D-81A44AE68524}"/>
    <dgm:cxn modelId="{A8CFA6C6-0469-4791-8B1A-871CA7EF5422}" type="presOf" srcId="{9F04ABB2-3620-4818-AC04-4CB0DFB55BA8}" destId="{97FF592C-573A-4639-A30F-5409BB717857}" srcOrd="0" destOrd="0" presId="urn:microsoft.com/office/officeart/2005/8/layout/process3"/>
    <dgm:cxn modelId="{4863D2C9-6309-4557-A0CD-4BA6A889E2BF}" type="presOf" srcId="{FC426AF5-E941-4B3E-B9EB-7D5881CF8A91}" destId="{55DA069A-C291-4A59-AB29-02BE2CE745D4}" srcOrd="0" destOrd="8" presId="urn:microsoft.com/office/officeart/2005/8/layout/process3"/>
    <dgm:cxn modelId="{847F6FCC-2053-4D71-B03B-3EBA606A7923}" type="presOf" srcId="{A8FEEAD0-10D9-4BA0-9FF6-E76FBF161939}" destId="{547CF10C-798C-4BED-A8C7-135A1244483E}" srcOrd="0" destOrd="12" presId="urn:microsoft.com/office/officeart/2005/8/layout/process3"/>
    <dgm:cxn modelId="{51E424D2-45F0-4743-9C33-81F293D1F64B}" srcId="{4EFB0342-72D9-4137-94B6-D28FC4418747}" destId="{EF7D0D78-25FC-4A9B-84B4-1F028B6DAE30}" srcOrd="0" destOrd="0" parTransId="{C46827D1-1681-449C-A588-3814AE0930A3}" sibTransId="{991C3FE0-AB70-4FB6-8ADA-512886D1BDB3}"/>
    <dgm:cxn modelId="{5BE675D3-AB6D-4D13-A4A1-4D4D274871A9}" srcId="{73C5C025-C835-42BB-9E40-2FE4C0CAD7BF}" destId="{62326FAB-F23B-4D1B-9DF6-9B21133F7E1F}" srcOrd="2" destOrd="0" parTransId="{59CFCF56-5B72-495A-B709-16F72FBFFA8A}" sibTransId="{4BDD62D7-0C6D-4EE9-8779-60DEAED8BA5E}"/>
    <dgm:cxn modelId="{572479D7-EF4C-4C28-842B-012430B88472}" srcId="{4EFB0342-72D9-4137-94B6-D28FC4418747}" destId="{83435FDE-A328-4105-98CC-F84F12949A63}" srcOrd="4" destOrd="0" parTransId="{1CF1A723-8F78-46C4-8991-F444824A0191}" sibTransId="{DBE7B4AC-0009-4917-AC77-F58D84338E70}"/>
    <dgm:cxn modelId="{8D9EAEDD-D5BE-4B0E-9E0B-E426C0E740A9}" srcId="{62326FAB-F23B-4D1B-9DF6-9B21133F7E1F}" destId="{C218BF62-544D-458D-A54C-79CD2068DDC3}" srcOrd="1" destOrd="0" parTransId="{998B8F04-1E9F-4844-B7C4-3B446DEF3EB1}" sibTransId="{6719AE45-92A2-4186-A0F6-450F5A0548AF}"/>
    <dgm:cxn modelId="{BEF166E0-DAB8-4AFC-A7F0-4F9E2F3CF5C0}" srcId="{E40A54DA-BD47-41FB-A29F-D8AE1FBF2191}" destId="{EAE80EC4-4EE7-46BE-82F7-2A7365920D3B}" srcOrd="12" destOrd="0" parTransId="{7305AE2E-D6B1-4E74-8C56-75332425ECA6}" sibTransId="{F67EA69E-7B3C-4BED-97F0-F8779CB4AC99}"/>
    <dgm:cxn modelId="{E735F7E0-64EC-42D6-95E6-59B1EA7E0AB7}" type="presOf" srcId="{CFC251A7-5E8D-4778-A70B-6BD515E7967E}" destId="{55DA069A-C291-4A59-AB29-02BE2CE745D4}" srcOrd="0" destOrd="1" presId="urn:microsoft.com/office/officeart/2005/8/layout/process3"/>
    <dgm:cxn modelId="{7B8112E3-6BC1-4414-A3E0-2EED010D6588}" type="presOf" srcId="{70AD3003-F5AF-4112-B496-EE4CD003F215}" destId="{226E016C-9230-4B11-956B-27CFA563CE33}" srcOrd="0" destOrd="2" presId="urn:microsoft.com/office/officeart/2005/8/layout/process3"/>
    <dgm:cxn modelId="{29ACF9E9-4E3D-4DBD-A02E-502E839B5702}" type="presOf" srcId="{C1A44D14-87E0-4401-84BF-D0EBCB671EA7}" destId="{547CF10C-798C-4BED-A8C7-135A1244483E}" srcOrd="0" destOrd="8" presId="urn:microsoft.com/office/officeart/2005/8/layout/process3"/>
    <dgm:cxn modelId="{9E8AA1EB-771A-414B-BF5E-49DE34A5FE9D}" srcId="{E40A54DA-BD47-41FB-A29F-D8AE1FBF2191}" destId="{CEBCE9AA-3373-4F24-97B6-A43BC3CAC2F4}" srcOrd="5" destOrd="0" parTransId="{23B88128-A601-4931-9CFB-EA1A6D6F6B84}" sibTransId="{D045ED20-5E94-4793-8189-56189B8F1CA4}"/>
    <dgm:cxn modelId="{FE66C1EC-B392-4840-AEEA-8B33106887F0}" type="presOf" srcId="{31B8356B-F227-4295-B60A-081DC82F2480}" destId="{226E016C-9230-4B11-956B-27CFA563CE33}" srcOrd="0" destOrd="11" presId="urn:microsoft.com/office/officeart/2005/8/layout/process3"/>
    <dgm:cxn modelId="{24382DF3-ECFA-4085-B90B-C7D43242A053}" srcId="{62326FAB-F23B-4D1B-9DF6-9B21133F7E1F}" destId="{EFA54AC9-1805-44AC-942A-22A71D6BBE85}" srcOrd="14" destOrd="0" parTransId="{B3AF12EF-7B43-4E3E-A118-FB883FF082D3}" sibTransId="{E8C64C4A-CA6F-4558-8C71-1AD087866F9E}"/>
    <dgm:cxn modelId="{5142EDF6-F59E-42AD-BB10-4EB391BF3FEA}" type="presOf" srcId="{EF7D0D78-25FC-4A9B-84B4-1F028B6DAE30}" destId="{55DA069A-C291-4A59-AB29-02BE2CE745D4}" srcOrd="0" destOrd="0" presId="urn:microsoft.com/office/officeart/2005/8/layout/process3"/>
    <dgm:cxn modelId="{932123F7-A211-497B-9121-1451261C7C2F}" type="presOf" srcId="{9F04ABB2-3620-4818-AC04-4CB0DFB55BA8}" destId="{85FD9792-9A1B-4FA3-97E8-20FD2F46B317}" srcOrd="1" destOrd="0" presId="urn:microsoft.com/office/officeart/2005/8/layout/process3"/>
    <dgm:cxn modelId="{27A207FA-37C2-4BE3-89BB-F35389848B4D}" type="presOf" srcId="{4EFB0342-72D9-4137-94B6-D28FC4418747}" destId="{2F8421FD-5243-47D8-AAD3-D7D2CFB8D8AB}" srcOrd="0" destOrd="0" presId="urn:microsoft.com/office/officeart/2005/8/layout/process3"/>
    <dgm:cxn modelId="{F20E5FFB-78F9-4640-A043-2990645EC466}" srcId="{62326FAB-F23B-4D1B-9DF6-9B21133F7E1F}" destId="{91C06CBC-20FC-4896-A914-814CE2B097DE}" srcOrd="4" destOrd="0" parTransId="{68D48DA7-4FB3-4C79-BD94-7E01F2FAF7A8}" sibTransId="{1803C672-2959-4B8E-9CC9-14D752225A72}"/>
    <dgm:cxn modelId="{41FFA7F6-DFEA-4933-A6B1-1AB8BC4521E6}" type="presParOf" srcId="{AFA2CBDB-4F92-4511-9E9C-956220069360}" destId="{4ADE606A-2A15-493E-8B6B-C5E25FBB1ADB}" srcOrd="0" destOrd="0" presId="urn:microsoft.com/office/officeart/2005/8/layout/process3"/>
    <dgm:cxn modelId="{E39A39B6-7BAA-4D0F-86AD-1DB583E0F08A}" type="presParOf" srcId="{4ADE606A-2A15-493E-8B6B-C5E25FBB1ADB}" destId="{2F8421FD-5243-47D8-AAD3-D7D2CFB8D8AB}" srcOrd="0" destOrd="0" presId="urn:microsoft.com/office/officeart/2005/8/layout/process3"/>
    <dgm:cxn modelId="{C690ACF7-2376-453D-9A81-63768AEDF27C}" type="presParOf" srcId="{4ADE606A-2A15-493E-8B6B-C5E25FBB1ADB}" destId="{22EFEDC4-2EA1-4980-A928-D095E34EDCA5}" srcOrd="1" destOrd="0" presId="urn:microsoft.com/office/officeart/2005/8/layout/process3"/>
    <dgm:cxn modelId="{89CE091F-821B-43BB-9B82-37CA3A936FB4}" type="presParOf" srcId="{4ADE606A-2A15-493E-8B6B-C5E25FBB1ADB}" destId="{55DA069A-C291-4A59-AB29-02BE2CE745D4}" srcOrd="2" destOrd="0" presId="urn:microsoft.com/office/officeart/2005/8/layout/process3"/>
    <dgm:cxn modelId="{340802DE-D88B-4834-A822-440E1AA01CD1}" type="presParOf" srcId="{AFA2CBDB-4F92-4511-9E9C-956220069360}" destId="{97FF592C-573A-4639-A30F-5409BB717857}" srcOrd="1" destOrd="0" presId="urn:microsoft.com/office/officeart/2005/8/layout/process3"/>
    <dgm:cxn modelId="{6151A1A6-918C-476B-B9A4-24B0CA92A034}" type="presParOf" srcId="{97FF592C-573A-4639-A30F-5409BB717857}" destId="{85FD9792-9A1B-4FA3-97E8-20FD2F46B317}" srcOrd="0" destOrd="0" presId="urn:microsoft.com/office/officeart/2005/8/layout/process3"/>
    <dgm:cxn modelId="{77D6857B-D60F-47E9-B347-DDD3E2A69FA2}" type="presParOf" srcId="{AFA2CBDB-4F92-4511-9E9C-956220069360}" destId="{FDADFB3C-A789-4BE0-8631-5437823855EA}" srcOrd="2" destOrd="0" presId="urn:microsoft.com/office/officeart/2005/8/layout/process3"/>
    <dgm:cxn modelId="{03732231-A701-4E8A-AE98-F9251657BEA5}" type="presParOf" srcId="{FDADFB3C-A789-4BE0-8631-5437823855EA}" destId="{0B3437F7-483A-4C8F-B279-8C9396777EA3}" srcOrd="0" destOrd="0" presId="urn:microsoft.com/office/officeart/2005/8/layout/process3"/>
    <dgm:cxn modelId="{B20A58C4-FAE3-4F39-8EFD-E8F62464198F}" type="presParOf" srcId="{FDADFB3C-A789-4BE0-8631-5437823855EA}" destId="{3B59600D-C95C-479F-9313-00888662D163}" srcOrd="1" destOrd="0" presId="urn:microsoft.com/office/officeart/2005/8/layout/process3"/>
    <dgm:cxn modelId="{AFFA95BC-C77C-41B7-AE07-F1DE8BAE78BD}" type="presParOf" srcId="{FDADFB3C-A789-4BE0-8631-5437823855EA}" destId="{226E016C-9230-4B11-956B-27CFA563CE33}" srcOrd="2" destOrd="0" presId="urn:microsoft.com/office/officeart/2005/8/layout/process3"/>
    <dgm:cxn modelId="{07AF9E69-2A7A-4115-B093-3AD941E13216}" type="presParOf" srcId="{AFA2CBDB-4F92-4511-9E9C-956220069360}" destId="{C9CE68AF-2391-4B30-BAA5-D27024EBDCDA}" srcOrd="3" destOrd="0" presId="urn:microsoft.com/office/officeart/2005/8/layout/process3"/>
    <dgm:cxn modelId="{E6F15D35-17B9-46CB-B128-0261826F2EA4}" type="presParOf" srcId="{C9CE68AF-2391-4B30-BAA5-D27024EBDCDA}" destId="{B789993B-6C21-4B35-AEA7-5792DB2359FB}" srcOrd="0" destOrd="0" presId="urn:microsoft.com/office/officeart/2005/8/layout/process3"/>
    <dgm:cxn modelId="{DD54F4DD-CDBE-409B-BEED-9B0D0462A061}" type="presParOf" srcId="{AFA2CBDB-4F92-4511-9E9C-956220069360}" destId="{2DB81CA8-4FEC-4C6A-93F9-E724451776E3}" srcOrd="4" destOrd="0" presId="urn:microsoft.com/office/officeart/2005/8/layout/process3"/>
    <dgm:cxn modelId="{C726894C-C5FE-4880-8978-6A0A016C3441}" type="presParOf" srcId="{2DB81CA8-4FEC-4C6A-93F9-E724451776E3}" destId="{450317A6-E11E-440A-8FF4-B886BE7C1539}" srcOrd="0" destOrd="0" presId="urn:microsoft.com/office/officeart/2005/8/layout/process3"/>
    <dgm:cxn modelId="{13403E94-3138-4BC0-AD65-33463F501BCD}" type="presParOf" srcId="{2DB81CA8-4FEC-4C6A-93F9-E724451776E3}" destId="{D81A9AF6-A88B-4F6E-9B99-4355B784995A}" srcOrd="1" destOrd="0" presId="urn:microsoft.com/office/officeart/2005/8/layout/process3"/>
    <dgm:cxn modelId="{351F24A9-3F00-499E-B475-B1A482F6256C}" type="presParOf" srcId="{2DB81CA8-4FEC-4C6A-93F9-E724451776E3}" destId="{547CF10C-798C-4BED-A8C7-135A1244483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CE31A2-BDD8-4C2C-B194-AAFD11A4B13D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489E7B-9E81-45DE-B206-F3F90C84F1EE}">
      <dgm:prSet phldrT="[Text]" phldr="0"/>
      <dgm:spPr/>
      <dgm:t>
        <a:bodyPr/>
        <a:lstStyle/>
        <a:p>
          <a:r>
            <a:rPr lang="en-US" dirty="0"/>
            <a:t>3SLS estimates</a:t>
          </a:r>
        </a:p>
      </dgm:t>
    </dgm:pt>
    <dgm:pt modelId="{987AC75B-C714-4D6D-AA1E-D364F98CCF20}" type="parTrans" cxnId="{56A7BE56-DCDE-441D-AECE-BF92A8828832}">
      <dgm:prSet/>
      <dgm:spPr/>
      <dgm:t>
        <a:bodyPr/>
        <a:lstStyle/>
        <a:p>
          <a:endParaRPr lang="en-US"/>
        </a:p>
      </dgm:t>
    </dgm:pt>
    <dgm:pt modelId="{85420707-A5D3-455C-8BED-0804626D76C4}" type="sibTrans" cxnId="{56A7BE56-DCDE-441D-AECE-BF92A8828832}">
      <dgm:prSet/>
      <dgm:spPr/>
      <dgm:t>
        <a:bodyPr/>
        <a:lstStyle/>
        <a:p>
          <a:endParaRPr lang="en-US"/>
        </a:p>
      </dgm:t>
    </dgm:pt>
    <dgm:pt modelId="{FCC367C1-F37A-4374-B536-705E2297BEC1}">
      <dgm:prSet phldrT="[Text]" phldr="0"/>
      <dgm:spPr/>
      <dgm:t>
        <a:bodyPr/>
        <a:lstStyle/>
        <a:p>
          <a:r>
            <a:rPr lang="en-US" dirty="0"/>
            <a:t>Elasticities</a:t>
          </a:r>
        </a:p>
      </dgm:t>
    </dgm:pt>
    <dgm:pt modelId="{8BAA77ED-2316-4E88-93A8-29EE33448637}" type="parTrans" cxnId="{76261FC5-349D-4761-9E76-1636FE96943D}">
      <dgm:prSet/>
      <dgm:spPr/>
      <dgm:t>
        <a:bodyPr/>
        <a:lstStyle/>
        <a:p>
          <a:endParaRPr lang="en-US"/>
        </a:p>
      </dgm:t>
    </dgm:pt>
    <dgm:pt modelId="{11DE97A8-F1E1-4968-A99E-50CA340216FC}" type="sibTrans" cxnId="{76261FC5-349D-4761-9E76-1636FE96943D}">
      <dgm:prSet/>
      <dgm:spPr/>
      <dgm:t>
        <a:bodyPr/>
        <a:lstStyle/>
        <a:p>
          <a:endParaRPr lang="en-US"/>
        </a:p>
      </dgm:t>
    </dgm:pt>
    <dgm:pt modelId="{33581C9A-6111-4F01-B248-7ABDD9FCD3D9}">
      <dgm:prSet phldrT="[Text]" phldr="0"/>
      <dgm:spPr/>
      <dgm:t>
        <a:bodyPr/>
        <a:lstStyle/>
        <a:p>
          <a:r>
            <a:rPr lang="en-US" dirty="0"/>
            <a:t>Calibrate Agent based models</a:t>
          </a:r>
        </a:p>
      </dgm:t>
    </dgm:pt>
    <dgm:pt modelId="{72CD3AFF-DCF2-498E-B420-1D3285899DF6}" type="parTrans" cxnId="{33079162-A0D4-4FFA-98D4-38E015DAA4A1}">
      <dgm:prSet/>
      <dgm:spPr/>
      <dgm:t>
        <a:bodyPr/>
        <a:lstStyle/>
        <a:p>
          <a:endParaRPr lang="en-US"/>
        </a:p>
      </dgm:t>
    </dgm:pt>
    <dgm:pt modelId="{A0855497-1CA0-44AE-9683-13AFFE645FE9}" type="sibTrans" cxnId="{33079162-A0D4-4FFA-98D4-38E015DAA4A1}">
      <dgm:prSet/>
      <dgm:spPr/>
      <dgm:t>
        <a:bodyPr/>
        <a:lstStyle/>
        <a:p>
          <a:endParaRPr lang="en-US"/>
        </a:p>
      </dgm:t>
    </dgm:pt>
    <dgm:pt modelId="{FFAAE8C5-B2E3-4CA2-A0A1-A2D20F78634C}" type="pres">
      <dgm:prSet presAssocID="{DBCE31A2-BDD8-4C2C-B194-AAFD11A4B13D}" presName="Name0" presStyleCnt="0">
        <dgm:presLayoutVars>
          <dgm:dir/>
          <dgm:resizeHandles val="exact"/>
        </dgm:presLayoutVars>
      </dgm:prSet>
      <dgm:spPr/>
    </dgm:pt>
    <dgm:pt modelId="{1E6C37C1-1B62-4C24-850F-5867CB5B2CB4}" type="pres">
      <dgm:prSet presAssocID="{49489E7B-9E81-45DE-B206-F3F90C84F1EE}" presName="composite" presStyleCnt="0"/>
      <dgm:spPr/>
    </dgm:pt>
    <dgm:pt modelId="{5C327403-9C8C-4E14-A17B-CF8D98CE6F7A}" type="pres">
      <dgm:prSet presAssocID="{49489E7B-9E81-45DE-B206-F3F90C84F1EE}" presName="bgChev" presStyleLbl="node1" presStyleIdx="0" presStyleCnt="3"/>
      <dgm:spPr/>
    </dgm:pt>
    <dgm:pt modelId="{F4D2C607-0FC0-4CB9-A4A7-2854444DE19D}" type="pres">
      <dgm:prSet presAssocID="{49489E7B-9E81-45DE-B206-F3F90C84F1EE}" presName="txNode" presStyleLbl="fgAcc1" presStyleIdx="0" presStyleCnt="3">
        <dgm:presLayoutVars>
          <dgm:bulletEnabled val="1"/>
        </dgm:presLayoutVars>
      </dgm:prSet>
      <dgm:spPr/>
    </dgm:pt>
    <dgm:pt modelId="{B3B9FC25-AFF8-45EF-B61C-3C0D3EF7F52D}" type="pres">
      <dgm:prSet presAssocID="{85420707-A5D3-455C-8BED-0804626D76C4}" presName="compositeSpace" presStyleCnt="0"/>
      <dgm:spPr/>
    </dgm:pt>
    <dgm:pt modelId="{92C95364-8FA2-420A-A474-B07383B4CC82}" type="pres">
      <dgm:prSet presAssocID="{FCC367C1-F37A-4374-B536-705E2297BEC1}" presName="composite" presStyleCnt="0"/>
      <dgm:spPr/>
    </dgm:pt>
    <dgm:pt modelId="{051F7065-324D-4F50-BD30-70C788C12927}" type="pres">
      <dgm:prSet presAssocID="{FCC367C1-F37A-4374-B536-705E2297BEC1}" presName="bgChev" presStyleLbl="node1" presStyleIdx="1" presStyleCnt="3"/>
      <dgm:spPr/>
    </dgm:pt>
    <dgm:pt modelId="{22018489-2C2D-4660-BCDA-D00F206FCE7B}" type="pres">
      <dgm:prSet presAssocID="{FCC367C1-F37A-4374-B536-705E2297BEC1}" presName="txNode" presStyleLbl="fgAcc1" presStyleIdx="1" presStyleCnt="3">
        <dgm:presLayoutVars>
          <dgm:bulletEnabled val="1"/>
        </dgm:presLayoutVars>
      </dgm:prSet>
      <dgm:spPr/>
    </dgm:pt>
    <dgm:pt modelId="{6D1237BA-A5CA-4442-9638-F08F9790C0BC}" type="pres">
      <dgm:prSet presAssocID="{11DE97A8-F1E1-4968-A99E-50CA340216FC}" presName="compositeSpace" presStyleCnt="0"/>
      <dgm:spPr/>
    </dgm:pt>
    <dgm:pt modelId="{47722052-D630-4257-85D5-629FEDC94CD3}" type="pres">
      <dgm:prSet presAssocID="{33581C9A-6111-4F01-B248-7ABDD9FCD3D9}" presName="composite" presStyleCnt="0"/>
      <dgm:spPr/>
    </dgm:pt>
    <dgm:pt modelId="{0B95F065-4799-4387-986F-C43525879780}" type="pres">
      <dgm:prSet presAssocID="{33581C9A-6111-4F01-B248-7ABDD9FCD3D9}" presName="bgChev" presStyleLbl="node1" presStyleIdx="2" presStyleCnt="3"/>
      <dgm:spPr/>
    </dgm:pt>
    <dgm:pt modelId="{B8FF46DB-CE3F-435E-8C13-3D04F682AB85}" type="pres">
      <dgm:prSet presAssocID="{33581C9A-6111-4F01-B248-7ABDD9FCD3D9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33079162-A0D4-4FFA-98D4-38E015DAA4A1}" srcId="{DBCE31A2-BDD8-4C2C-B194-AAFD11A4B13D}" destId="{33581C9A-6111-4F01-B248-7ABDD9FCD3D9}" srcOrd="2" destOrd="0" parTransId="{72CD3AFF-DCF2-498E-B420-1D3285899DF6}" sibTransId="{A0855497-1CA0-44AE-9683-13AFFE645FE9}"/>
    <dgm:cxn modelId="{6621E562-6ED7-45BB-94A1-DE30E7E1D3D1}" type="presOf" srcId="{49489E7B-9E81-45DE-B206-F3F90C84F1EE}" destId="{F4D2C607-0FC0-4CB9-A4A7-2854444DE19D}" srcOrd="0" destOrd="0" presId="urn:microsoft.com/office/officeart/2005/8/layout/chevronAccent+Icon"/>
    <dgm:cxn modelId="{0C9A6C65-8AB3-450C-808D-DAAC982C4873}" type="presOf" srcId="{FCC367C1-F37A-4374-B536-705E2297BEC1}" destId="{22018489-2C2D-4660-BCDA-D00F206FCE7B}" srcOrd="0" destOrd="0" presId="urn:microsoft.com/office/officeart/2005/8/layout/chevronAccent+Icon"/>
    <dgm:cxn modelId="{56A7BE56-DCDE-441D-AECE-BF92A8828832}" srcId="{DBCE31A2-BDD8-4C2C-B194-AAFD11A4B13D}" destId="{49489E7B-9E81-45DE-B206-F3F90C84F1EE}" srcOrd="0" destOrd="0" parTransId="{987AC75B-C714-4D6D-AA1E-D364F98CCF20}" sibTransId="{85420707-A5D3-455C-8BED-0804626D76C4}"/>
    <dgm:cxn modelId="{75DA4782-25A3-4D7C-A307-6818EF201633}" type="presOf" srcId="{DBCE31A2-BDD8-4C2C-B194-AAFD11A4B13D}" destId="{FFAAE8C5-B2E3-4CA2-A0A1-A2D20F78634C}" srcOrd="0" destOrd="0" presId="urn:microsoft.com/office/officeart/2005/8/layout/chevronAccent+Icon"/>
    <dgm:cxn modelId="{76261FC5-349D-4761-9E76-1636FE96943D}" srcId="{DBCE31A2-BDD8-4C2C-B194-AAFD11A4B13D}" destId="{FCC367C1-F37A-4374-B536-705E2297BEC1}" srcOrd="1" destOrd="0" parTransId="{8BAA77ED-2316-4E88-93A8-29EE33448637}" sibTransId="{11DE97A8-F1E1-4968-A99E-50CA340216FC}"/>
    <dgm:cxn modelId="{25A3FED4-81A2-4702-8150-380EE0436FAE}" type="presOf" srcId="{33581C9A-6111-4F01-B248-7ABDD9FCD3D9}" destId="{B8FF46DB-CE3F-435E-8C13-3D04F682AB85}" srcOrd="0" destOrd="0" presId="urn:microsoft.com/office/officeart/2005/8/layout/chevronAccent+Icon"/>
    <dgm:cxn modelId="{D5CC2817-839B-470C-B11D-E7AF7A138AD7}" type="presParOf" srcId="{FFAAE8C5-B2E3-4CA2-A0A1-A2D20F78634C}" destId="{1E6C37C1-1B62-4C24-850F-5867CB5B2CB4}" srcOrd="0" destOrd="0" presId="urn:microsoft.com/office/officeart/2005/8/layout/chevronAccent+Icon"/>
    <dgm:cxn modelId="{EA735A50-4CA9-412A-93ED-43CF3300064E}" type="presParOf" srcId="{1E6C37C1-1B62-4C24-850F-5867CB5B2CB4}" destId="{5C327403-9C8C-4E14-A17B-CF8D98CE6F7A}" srcOrd="0" destOrd="0" presId="urn:microsoft.com/office/officeart/2005/8/layout/chevronAccent+Icon"/>
    <dgm:cxn modelId="{AF413799-D8D7-4062-B66E-BA6D9E6D74B6}" type="presParOf" srcId="{1E6C37C1-1B62-4C24-850F-5867CB5B2CB4}" destId="{F4D2C607-0FC0-4CB9-A4A7-2854444DE19D}" srcOrd="1" destOrd="0" presId="urn:microsoft.com/office/officeart/2005/8/layout/chevronAccent+Icon"/>
    <dgm:cxn modelId="{AE6B2B3A-F8F7-4679-8104-41A366AD7725}" type="presParOf" srcId="{FFAAE8C5-B2E3-4CA2-A0A1-A2D20F78634C}" destId="{B3B9FC25-AFF8-45EF-B61C-3C0D3EF7F52D}" srcOrd="1" destOrd="0" presId="urn:microsoft.com/office/officeart/2005/8/layout/chevronAccent+Icon"/>
    <dgm:cxn modelId="{234DBE28-DA14-4EF9-8182-8CF1DCB0A6D6}" type="presParOf" srcId="{FFAAE8C5-B2E3-4CA2-A0A1-A2D20F78634C}" destId="{92C95364-8FA2-420A-A474-B07383B4CC82}" srcOrd="2" destOrd="0" presId="urn:microsoft.com/office/officeart/2005/8/layout/chevronAccent+Icon"/>
    <dgm:cxn modelId="{CCEBB538-0CA9-457D-8E4F-563B2BC2E915}" type="presParOf" srcId="{92C95364-8FA2-420A-A474-B07383B4CC82}" destId="{051F7065-324D-4F50-BD30-70C788C12927}" srcOrd="0" destOrd="0" presId="urn:microsoft.com/office/officeart/2005/8/layout/chevronAccent+Icon"/>
    <dgm:cxn modelId="{AF825C1D-3CBD-4A7D-B2AA-0B7C76E762E7}" type="presParOf" srcId="{92C95364-8FA2-420A-A474-B07383B4CC82}" destId="{22018489-2C2D-4660-BCDA-D00F206FCE7B}" srcOrd="1" destOrd="0" presId="urn:microsoft.com/office/officeart/2005/8/layout/chevronAccent+Icon"/>
    <dgm:cxn modelId="{5108999F-96E2-4551-8872-DD494CE66F19}" type="presParOf" srcId="{FFAAE8C5-B2E3-4CA2-A0A1-A2D20F78634C}" destId="{6D1237BA-A5CA-4442-9638-F08F9790C0BC}" srcOrd="3" destOrd="0" presId="urn:microsoft.com/office/officeart/2005/8/layout/chevronAccent+Icon"/>
    <dgm:cxn modelId="{4A57549A-4FCA-480C-B398-75EEC329879A}" type="presParOf" srcId="{FFAAE8C5-B2E3-4CA2-A0A1-A2D20F78634C}" destId="{47722052-D630-4257-85D5-629FEDC94CD3}" srcOrd="4" destOrd="0" presId="urn:microsoft.com/office/officeart/2005/8/layout/chevronAccent+Icon"/>
    <dgm:cxn modelId="{7A982A48-AD7A-4B7D-8B4F-882CD13FC89B}" type="presParOf" srcId="{47722052-D630-4257-85D5-629FEDC94CD3}" destId="{0B95F065-4799-4387-986F-C43525879780}" srcOrd="0" destOrd="0" presId="urn:microsoft.com/office/officeart/2005/8/layout/chevronAccent+Icon"/>
    <dgm:cxn modelId="{504E8617-34E4-45A2-A403-46E59656A4EC}" type="presParOf" srcId="{47722052-D630-4257-85D5-629FEDC94CD3}" destId="{B8FF46DB-CE3F-435E-8C13-3D04F682AB85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44158A-41D9-40EE-AB64-C40B0C8C85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485E34F-FBE1-46D7-BCAD-99A17772CF62}">
      <dgm:prSet/>
      <dgm:spPr/>
      <dgm:t>
        <a:bodyPr/>
        <a:lstStyle/>
        <a:p>
          <a:r>
            <a:rPr lang="en-US"/>
            <a:t>Most countries are below the WHO threshold.</a:t>
          </a:r>
        </a:p>
      </dgm:t>
    </dgm:pt>
    <dgm:pt modelId="{F69120C7-40EE-425E-99F0-ACD914459D7D}" type="parTrans" cxnId="{45F7B2C3-6BE5-44E0-B0F4-D848680A4CBB}">
      <dgm:prSet/>
      <dgm:spPr/>
      <dgm:t>
        <a:bodyPr/>
        <a:lstStyle/>
        <a:p>
          <a:endParaRPr lang="en-US"/>
        </a:p>
      </dgm:t>
    </dgm:pt>
    <dgm:pt modelId="{6AFEB5A7-A21B-4BEC-97FE-A6EC960F070A}" type="sibTrans" cxnId="{45F7B2C3-6BE5-44E0-B0F4-D848680A4CBB}">
      <dgm:prSet/>
      <dgm:spPr/>
      <dgm:t>
        <a:bodyPr/>
        <a:lstStyle/>
        <a:p>
          <a:endParaRPr lang="en-US"/>
        </a:p>
      </dgm:t>
    </dgm:pt>
    <dgm:pt modelId="{18E73ACE-B2EF-499F-8C5D-B3B9B12B4215}">
      <dgm:prSet/>
      <dgm:spPr/>
      <dgm:t>
        <a:bodyPr/>
        <a:lstStyle/>
        <a:p>
          <a:r>
            <a:rPr lang="en-US"/>
            <a:t>Severe rural–urban maldistribution.</a:t>
          </a:r>
        </a:p>
      </dgm:t>
    </dgm:pt>
    <dgm:pt modelId="{1A10F6CC-C181-488F-B867-B7D047E5875E}" type="parTrans" cxnId="{55A9CDF7-63F5-4F39-B902-1C5C43683065}">
      <dgm:prSet/>
      <dgm:spPr/>
      <dgm:t>
        <a:bodyPr/>
        <a:lstStyle/>
        <a:p>
          <a:endParaRPr lang="en-US"/>
        </a:p>
      </dgm:t>
    </dgm:pt>
    <dgm:pt modelId="{A978F63D-2CEA-4E34-8268-64FE0D1A2DB1}" type="sibTrans" cxnId="{55A9CDF7-63F5-4F39-B902-1C5C43683065}">
      <dgm:prSet/>
      <dgm:spPr/>
      <dgm:t>
        <a:bodyPr/>
        <a:lstStyle/>
        <a:p>
          <a:endParaRPr lang="en-US"/>
        </a:p>
      </dgm:t>
    </dgm:pt>
    <dgm:pt modelId="{174CF49C-AE40-413B-909B-4045E89BBA77}">
      <dgm:prSet/>
      <dgm:spPr/>
      <dgm:t>
        <a:bodyPr/>
        <a:lstStyle/>
        <a:p>
          <a:r>
            <a:rPr lang="en-US"/>
            <a:t>Nurses and midwives dominate the workforce.</a:t>
          </a:r>
        </a:p>
      </dgm:t>
    </dgm:pt>
    <dgm:pt modelId="{82690749-4485-4384-8F52-7AA385F3C16B}" type="parTrans" cxnId="{E55B6889-290D-4414-8083-555D1F55D262}">
      <dgm:prSet/>
      <dgm:spPr/>
      <dgm:t>
        <a:bodyPr/>
        <a:lstStyle/>
        <a:p>
          <a:endParaRPr lang="en-US"/>
        </a:p>
      </dgm:t>
    </dgm:pt>
    <dgm:pt modelId="{C8874761-2A27-404A-8493-5E410FEFD851}" type="sibTrans" cxnId="{E55B6889-290D-4414-8083-555D1F55D262}">
      <dgm:prSet/>
      <dgm:spPr/>
      <dgm:t>
        <a:bodyPr/>
        <a:lstStyle/>
        <a:p>
          <a:endParaRPr lang="en-US"/>
        </a:p>
      </dgm:t>
    </dgm:pt>
    <dgm:pt modelId="{D80532BA-F4C2-40BF-B071-16483D635D97}">
      <dgm:prSet/>
      <dgm:spPr/>
      <dgm:t>
        <a:bodyPr/>
        <a:lstStyle/>
        <a:p>
          <a:r>
            <a:rPr lang="en-US"/>
            <a:t>High disease burden (HIV, malaria, TB).</a:t>
          </a:r>
        </a:p>
      </dgm:t>
    </dgm:pt>
    <dgm:pt modelId="{AFD378F3-D677-4B4A-9724-82F2E50FF39C}" type="parTrans" cxnId="{9AF77285-1568-47CC-9181-1A568CF95981}">
      <dgm:prSet/>
      <dgm:spPr/>
      <dgm:t>
        <a:bodyPr/>
        <a:lstStyle/>
        <a:p>
          <a:endParaRPr lang="en-US"/>
        </a:p>
      </dgm:t>
    </dgm:pt>
    <dgm:pt modelId="{919A92FD-86F9-47E7-8F72-33A48595B1D3}" type="sibTrans" cxnId="{9AF77285-1568-47CC-9181-1A568CF95981}">
      <dgm:prSet/>
      <dgm:spPr/>
      <dgm:t>
        <a:bodyPr/>
        <a:lstStyle/>
        <a:p>
          <a:endParaRPr lang="en-US"/>
        </a:p>
      </dgm:t>
    </dgm:pt>
    <dgm:pt modelId="{E5972CD2-70D4-4930-81A3-B5F3CF510CC8}">
      <dgm:prSet/>
      <dgm:spPr/>
      <dgm:t>
        <a:bodyPr/>
        <a:lstStyle/>
        <a:p>
          <a:r>
            <a:rPr lang="en-US"/>
            <a:t>Retention and workload are major constraints</a:t>
          </a:r>
        </a:p>
      </dgm:t>
    </dgm:pt>
    <dgm:pt modelId="{446E24F6-D41D-47AE-BA43-0B2D6895D542}" type="parTrans" cxnId="{E5363D79-303B-42E9-9D7B-FEBDD805D95C}">
      <dgm:prSet/>
      <dgm:spPr/>
      <dgm:t>
        <a:bodyPr/>
        <a:lstStyle/>
        <a:p>
          <a:endParaRPr lang="en-US"/>
        </a:p>
      </dgm:t>
    </dgm:pt>
    <dgm:pt modelId="{E3AE6640-52FA-42FA-9AD3-4327A1249065}" type="sibTrans" cxnId="{E5363D79-303B-42E9-9D7B-FEBDD805D95C}">
      <dgm:prSet/>
      <dgm:spPr/>
      <dgm:t>
        <a:bodyPr/>
        <a:lstStyle/>
        <a:p>
          <a:endParaRPr lang="en-US"/>
        </a:p>
      </dgm:t>
    </dgm:pt>
    <dgm:pt modelId="{901FF590-5E7A-46D0-8D55-09B663A0A255}" type="pres">
      <dgm:prSet presAssocID="{C444158A-41D9-40EE-AB64-C40B0C8C85EC}" presName="root" presStyleCnt="0">
        <dgm:presLayoutVars>
          <dgm:dir/>
          <dgm:resizeHandles val="exact"/>
        </dgm:presLayoutVars>
      </dgm:prSet>
      <dgm:spPr/>
    </dgm:pt>
    <dgm:pt modelId="{E7239F1F-B3A6-4C01-870B-29DA88A56211}" type="pres">
      <dgm:prSet presAssocID="{C444158A-41D9-40EE-AB64-C40B0C8C85EC}" presName="container" presStyleCnt="0">
        <dgm:presLayoutVars>
          <dgm:dir/>
          <dgm:resizeHandles val="exact"/>
        </dgm:presLayoutVars>
      </dgm:prSet>
      <dgm:spPr/>
    </dgm:pt>
    <dgm:pt modelId="{AFA1396A-E5B5-4C3C-99D1-995958B83773}" type="pres">
      <dgm:prSet presAssocID="{6485E34F-FBE1-46D7-BCAD-99A17772CF62}" presName="compNode" presStyleCnt="0"/>
      <dgm:spPr/>
    </dgm:pt>
    <dgm:pt modelId="{FDA155EA-6695-45D1-9D96-75ECAE48318A}" type="pres">
      <dgm:prSet presAssocID="{6485E34F-FBE1-46D7-BCAD-99A17772CF62}" presName="iconBgRect" presStyleLbl="bgShp" presStyleIdx="0" presStyleCnt="5"/>
      <dgm:spPr/>
    </dgm:pt>
    <dgm:pt modelId="{4E3F5FE6-2287-4390-BB8E-8A8450880631}" type="pres">
      <dgm:prSet presAssocID="{6485E34F-FBE1-46D7-BCAD-99A17772CF6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4DF14CA2-B8F6-4E65-8D86-E126D3FE6FF5}" type="pres">
      <dgm:prSet presAssocID="{6485E34F-FBE1-46D7-BCAD-99A17772CF62}" presName="spaceRect" presStyleCnt="0"/>
      <dgm:spPr/>
    </dgm:pt>
    <dgm:pt modelId="{579523E1-2CE7-478B-8700-BBDBC5A37390}" type="pres">
      <dgm:prSet presAssocID="{6485E34F-FBE1-46D7-BCAD-99A17772CF62}" presName="textRect" presStyleLbl="revTx" presStyleIdx="0" presStyleCnt="5">
        <dgm:presLayoutVars>
          <dgm:chMax val="1"/>
          <dgm:chPref val="1"/>
        </dgm:presLayoutVars>
      </dgm:prSet>
      <dgm:spPr/>
    </dgm:pt>
    <dgm:pt modelId="{8142EA85-E2EF-406E-8E0D-3EA22C0F44A3}" type="pres">
      <dgm:prSet presAssocID="{6AFEB5A7-A21B-4BEC-97FE-A6EC960F070A}" presName="sibTrans" presStyleLbl="sibTrans2D1" presStyleIdx="0" presStyleCnt="0"/>
      <dgm:spPr/>
    </dgm:pt>
    <dgm:pt modelId="{F5AA2F20-0A39-4BCA-A919-AF47A0DEB065}" type="pres">
      <dgm:prSet presAssocID="{18E73ACE-B2EF-499F-8C5D-B3B9B12B4215}" presName="compNode" presStyleCnt="0"/>
      <dgm:spPr/>
    </dgm:pt>
    <dgm:pt modelId="{1F317D27-7607-40A7-A6EE-8282C260F2AE}" type="pres">
      <dgm:prSet presAssocID="{18E73ACE-B2EF-499F-8C5D-B3B9B12B4215}" presName="iconBgRect" presStyleLbl="bgShp" presStyleIdx="1" presStyleCnt="5"/>
      <dgm:spPr/>
    </dgm:pt>
    <dgm:pt modelId="{E2FC0EFF-87D5-450A-B034-364E2F938415}" type="pres">
      <dgm:prSet presAssocID="{18E73ACE-B2EF-499F-8C5D-B3B9B12B42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4A5DE36F-1B40-4A01-BA74-8476A2744763}" type="pres">
      <dgm:prSet presAssocID="{18E73ACE-B2EF-499F-8C5D-B3B9B12B4215}" presName="spaceRect" presStyleCnt="0"/>
      <dgm:spPr/>
    </dgm:pt>
    <dgm:pt modelId="{0FF11CA7-6811-4C3A-9135-50444CEFFFE7}" type="pres">
      <dgm:prSet presAssocID="{18E73ACE-B2EF-499F-8C5D-B3B9B12B4215}" presName="textRect" presStyleLbl="revTx" presStyleIdx="1" presStyleCnt="5">
        <dgm:presLayoutVars>
          <dgm:chMax val="1"/>
          <dgm:chPref val="1"/>
        </dgm:presLayoutVars>
      </dgm:prSet>
      <dgm:spPr/>
    </dgm:pt>
    <dgm:pt modelId="{B3159356-1D6B-415E-8634-8C8194418BB0}" type="pres">
      <dgm:prSet presAssocID="{A978F63D-2CEA-4E34-8268-64FE0D1A2DB1}" presName="sibTrans" presStyleLbl="sibTrans2D1" presStyleIdx="0" presStyleCnt="0"/>
      <dgm:spPr/>
    </dgm:pt>
    <dgm:pt modelId="{3EBE057C-21CE-412A-884B-BDDC6CA3899F}" type="pres">
      <dgm:prSet presAssocID="{174CF49C-AE40-413B-909B-4045E89BBA77}" presName="compNode" presStyleCnt="0"/>
      <dgm:spPr/>
    </dgm:pt>
    <dgm:pt modelId="{CBD7BB13-99B9-4895-AF9D-3FC74869A304}" type="pres">
      <dgm:prSet presAssocID="{174CF49C-AE40-413B-909B-4045E89BBA77}" presName="iconBgRect" presStyleLbl="bgShp" presStyleIdx="2" presStyleCnt="5"/>
      <dgm:spPr/>
    </dgm:pt>
    <dgm:pt modelId="{7C4E2B9C-07E6-4357-9A38-30F81051CE55}" type="pres">
      <dgm:prSet presAssocID="{174CF49C-AE40-413B-909B-4045E89BBA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EC0A93D3-C778-47EB-9C4A-9D988AA94888}" type="pres">
      <dgm:prSet presAssocID="{174CF49C-AE40-413B-909B-4045E89BBA77}" presName="spaceRect" presStyleCnt="0"/>
      <dgm:spPr/>
    </dgm:pt>
    <dgm:pt modelId="{AC107410-9EFC-4AB5-B803-9ED0FD476462}" type="pres">
      <dgm:prSet presAssocID="{174CF49C-AE40-413B-909B-4045E89BBA77}" presName="textRect" presStyleLbl="revTx" presStyleIdx="2" presStyleCnt="5">
        <dgm:presLayoutVars>
          <dgm:chMax val="1"/>
          <dgm:chPref val="1"/>
        </dgm:presLayoutVars>
      </dgm:prSet>
      <dgm:spPr/>
    </dgm:pt>
    <dgm:pt modelId="{BA4D57DC-712D-4027-A26A-0DBA0C56DE4F}" type="pres">
      <dgm:prSet presAssocID="{C8874761-2A27-404A-8493-5E410FEFD851}" presName="sibTrans" presStyleLbl="sibTrans2D1" presStyleIdx="0" presStyleCnt="0"/>
      <dgm:spPr/>
    </dgm:pt>
    <dgm:pt modelId="{4DEA27AA-BCA4-4541-9BCC-DDCC357F3264}" type="pres">
      <dgm:prSet presAssocID="{D80532BA-F4C2-40BF-B071-16483D635D97}" presName="compNode" presStyleCnt="0"/>
      <dgm:spPr/>
    </dgm:pt>
    <dgm:pt modelId="{0833DDA0-6DC0-4B07-ADC7-ACCC37C958C9}" type="pres">
      <dgm:prSet presAssocID="{D80532BA-F4C2-40BF-B071-16483D635D97}" presName="iconBgRect" presStyleLbl="bgShp" presStyleIdx="3" presStyleCnt="5"/>
      <dgm:spPr/>
    </dgm:pt>
    <dgm:pt modelId="{1B7B4EA4-65A2-4638-ABA2-5ABD4222F2C9}" type="pres">
      <dgm:prSet presAssocID="{D80532BA-F4C2-40BF-B071-16483D635D9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AC92A465-39B8-4612-9A8F-11E998DB2804}" type="pres">
      <dgm:prSet presAssocID="{D80532BA-F4C2-40BF-B071-16483D635D97}" presName="spaceRect" presStyleCnt="0"/>
      <dgm:spPr/>
    </dgm:pt>
    <dgm:pt modelId="{05F98F4D-458F-4AAD-8F06-C4DD789ABE09}" type="pres">
      <dgm:prSet presAssocID="{D80532BA-F4C2-40BF-B071-16483D635D97}" presName="textRect" presStyleLbl="revTx" presStyleIdx="3" presStyleCnt="5">
        <dgm:presLayoutVars>
          <dgm:chMax val="1"/>
          <dgm:chPref val="1"/>
        </dgm:presLayoutVars>
      </dgm:prSet>
      <dgm:spPr/>
    </dgm:pt>
    <dgm:pt modelId="{E1753EE7-1A86-4F8F-9401-94EBF27FFD9F}" type="pres">
      <dgm:prSet presAssocID="{919A92FD-86F9-47E7-8F72-33A48595B1D3}" presName="sibTrans" presStyleLbl="sibTrans2D1" presStyleIdx="0" presStyleCnt="0"/>
      <dgm:spPr/>
    </dgm:pt>
    <dgm:pt modelId="{0274C3DE-76EA-4B2C-8B26-B9EC0270A159}" type="pres">
      <dgm:prSet presAssocID="{E5972CD2-70D4-4930-81A3-B5F3CF510CC8}" presName="compNode" presStyleCnt="0"/>
      <dgm:spPr/>
    </dgm:pt>
    <dgm:pt modelId="{EEBC0E8A-4886-4856-B306-A20B840EA4F2}" type="pres">
      <dgm:prSet presAssocID="{E5972CD2-70D4-4930-81A3-B5F3CF510CC8}" presName="iconBgRect" presStyleLbl="bgShp" presStyleIdx="4" presStyleCnt="5"/>
      <dgm:spPr/>
    </dgm:pt>
    <dgm:pt modelId="{81D6A752-C2DA-410C-9599-74C851AA87DB}" type="pres">
      <dgm:prSet presAssocID="{E5972CD2-70D4-4930-81A3-B5F3CF510CC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F5B0E63-8C44-41F7-927B-DA56198059E8}" type="pres">
      <dgm:prSet presAssocID="{E5972CD2-70D4-4930-81A3-B5F3CF510CC8}" presName="spaceRect" presStyleCnt="0"/>
      <dgm:spPr/>
    </dgm:pt>
    <dgm:pt modelId="{85C7C985-B03B-488F-BDBD-C8FE96222FB0}" type="pres">
      <dgm:prSet presAssocID="{E5972CD2-70D4-4930-81A3-B5F3CF510CC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9A87417-29B1-4682-ABC1-85CEC0E8BD0A}" type="presOf" srcId="{E5972CD2-70D4-4930-81A3-B5F3CF510CC8}" destId="{85C7C985-B03B-488F-BDBD-C8FE96222FB0}" srcOrd="0" destOrd="0" presId="urn:microsoft.com/office/officeart/2018/2/layout/IconCircleList"/>
    <dgm:cxn modelId="{44217063-0A7B-4B19-8AAD-52EDFDE9530E}" type="presOf" srcId="{919A92FD-86F9-47E7-8F72-33A48595B1D3}" destId="{E1753EE7-1A86-4F8F-9401-94EBF27FFD9F}" srcOrd="0" destOrd="0" presId="urn:microsoft.com/office/officeart/2018/2/layout/IconCircleList"/>
    <dgm:cxn modelId="{43952564-F95B-4AE1-93B9-30B3A52A7A41}" type="presOf" srcId="{A978F63D-2CEA-4E34-8268-64FE0D1A2DB1}" destId="{B3159356-1D6B-415E-8634-8C8194418BB0}" srcOrd="0" destOrd="0" presId="urn:microsoft.com/office/officeart/2018/2/layout/IconCircleList"/>
    <dgm:cxn modelId="{E5363D79-303B-42E9-9D7B-FEBDD805D95C}" srcId="{C444158A-41D9-40EE-AB64-C40B0C8C85EC}" destId="{E5972CD2-70D4-4930-81A3-B5F3CF510CC8}" srcOrd="4" destOrd="0" parTransId="{446E24F6-D41D-47AE-BA43-0B2D6895D542}" sibTransId="{E3AE6640-52FA-42FA-9AD3-4327A1249065}"/>
    <dgm:cxn modelId="{7984425A-8DDD-40C2-B662-926564D09031}" type="presOf" srcId="{C8874761-2A27-404A-8493-5E410FEFD851}" destId="{BA4D57DC-712D-4027-A26A-0DBA0C56DE4F}" srcOrd="0" destOrd="0" presId="urn:microsoft.com/office/officeart/2018/2/layout/IconCircleList"/>
    <dgm:cxn modelId="{9AF77285-1568-47CC-9181-1A568CF95981}" srcId="{C444158A-41D9-40EE-AB64-C40B0C8C85EC}" destId="{D80532BA-F4C2-40BF-B071-16483D635D97}" srcOrd="3" destOrd="0" parTransId="{AFD378F3-D677-4B4A-9724-82F2E50FF39C}" sibTransId="{919A92FD-86F9-47E7-8F72-33A48595B1D3}"/>
    <dgm:cxn modelId="{E55B6889-290D-4414-8083-555D1F55D262}" srcId="{C444158A-41D9-40EE-AB64-C40B0C8C85EC}" destId="{174CF49C-AE40-413B-909B-4045E89BBA77}" srcOrd="2" destOrd="0" parTransId="{82690749-4485-4384-8F52-7AA385F3C16B}" sibTransId="{C8874761-2A27-404A-8493-5E410FEFD851}"/>
    <dgm:cxn modelId="{6E1BA09B-AE7A-4637-8408-02FA07DD9D9D}" type="presOf" srcId="{6AFEB5A7-A21B-4BEC-97FE-A6EC960F070A}" destId="{8142EA85-E2EF-406E-8E0D-3EA22C0F44A3}" srcOrd="0" destOrd="0" presId="urn:microsoft.com/office/officeart/2018/2/layout/IconCircleList"/>
    <dgm:cxn modelId="{56C44CB0-21A1-41B5-B89D-052BB10A7A6C}" type="presOf" srcId="{174CF49C-AE40-413B-909B-4045E89BBA77}" destId="{AC107410-9EFC-4AB5-B803-9ED0FD476462}" srcOrd="0" destOrd="0" presId="urn:microsoft.com/office/officeart/2018/2/layout/IconCircleList"/>
    <dgm:cxn modelId="{1C1352BE-4000-4B26-8F90-B506E92DF65C}" type="presOf" srcId="{6485E34F-FBE1-46D7-BCAD-99A17772CF62}" destId="{579523E1-2CE7-478B-8700-BBDBC5A37390}" srcOrd="0" destOrd="0" presId="urn:microsoft.com/office/officeart/2018/2/layout/IconCircleList"/>
    <dgm:cxn modelId="{45F7B2C3-6BE5-44E0-B0F4-D848680A4CBB}" srcId="{C444158A-41D9-40EE-AB64-C40B0C8C85EC}" destId="{6485E34F-FBE1-46D7-BCAD-99A17772CF62}" srcOrd="0" destOrd="0" parTransId="{F69120C7-40EE-425E-99F0-ACD914459D7D}" sibTransId="{6AFEB5A7-A21B-4BEC-97FE-A6EC960F070A}"/>
    <dgm:cxn modelId="{939C6FCD-4D1C-40A6-A6BE-46A1A8423FF4}" type="presOf" srcId="{18E73ACE-B2EF-499F-8C5D-B3B9B12B4215}" destId="{0FF11CA7-6811-4C3A-9135-50444CEFFFE7}" srcOrd="0" destOrd="0" presId="urn:microsoft.com/office/officeart/2018/2/layout/IconCircleList"/>
    <dgm:cxn modelId="{7D07D0CD-5A7F-4635-BB5B-B6DB367C1D21}" type="presOf" srcId="{D80532BA-F4C2-40BF-B071-16483D635D97}" destId="{05F98F4D-458F-4AAD-8F06-C4DD789ABE09}" srcOrd="0" destOrd="0" presId="urn:microsoft.com/office/officeart/2018/2/layout/IconCircleList"/>
    <dgm:cxn modelId="{160507EB-95DC-4695-8B8D-094C94C96554}" type="presOf" srcId="{C444158A-41D9-40EE-AB64-C40B0C8C85EC}" destId="{901FF590-5E7A-46D0-8D55-09B663A0A255}" srcOrd="0" destOrd="0" presId="urn:microsoft.com/office/officeart/2018/2/layout/IconCircleList"/>
    <dgm:cxn modelId="{55A9CDF7-63F5-4F39-B902-1C5C43683065}" srcId="{C444158A-41D9-40EE-AB64-C40B0C8C85EC}" destId="{18E73ACE-B2EF-499F-8C5D-B3B9B12B4215}" srcOrd="1" destOrd="0" parTransId="{1A10F6CC-C181-488F-B867-B7D047E5875E}" sibTransId="{A978F63D-2CEA-4E34-8268-64FE0D1A2DB1}"/>
    <dgm:cxn modelId="{AE55AF4A-865D-4706-8E80-5ED5728EB517}" type="presParOf" srcId="{901FF590-5E7A-46D0-8D55-09B663A0A255}" destId="{E7239F1F-B3A6-4C01-870B-29DA88A56211}" srcOrd="0" destOrd="0" presId="urn:microsoft.com/office/officeart/2018/2/layout/IconCircleList"/>
    <dgm:cxn modelId="{6A9281ED-EEC6-465F-BF52-655EA51D9FAF}" type="presParOf" srcId="{E7239F1F-B3A6-4C01-870B-29DA88A56211}" destId="{AFA1396A-E5B5-4C3C-99D1-995958B83773}" srcOrd="0" destOrd="0" presId="urn:microsoft.com/office/officeart/2018/2/layout/IconCircleList"/>
    <dgm:cxn modelId="{09831D2E-7DA4-4217-A287-FA49E2808A2B}" type="presParOf" srcId="{AFA1396A-E5B5-4C3C-99D1-995958B83773}" destId="{FDA155EA-6695-45D1-9D96-75ECAE48318A}" srcOrd="0" destOrd="0" presId="urn:microsoft.com/office/officeart/2018/2/layout/IconCircleList"/>
    <dgm:cxn modelId="{92F079D6-7769-4010-B505-B52C2A8C4D32}" type="presParOf" srcId="{AFA1396A-E5B5-4C3C-99D1-995958B83773}" destId="{4E3F5FE6-2287-4390-BB8E-8A8450880631}" srcOrd="1" destOrd="0" presId="urn:microsoft.com/office/officeart/2018/2/layout/IconCircleList"/>
    <dgm:cxn modelId="{E2E6A6C9-1FED-4332-8FAF-A05878CA54B1}" type="presParOf" srcId="{AFA1396A-E5B5-4C3C-99D1-995958B83773}" destId="{4DF14CA2-B8F6-4E65-8D86-E126D3FE6FF5}" srcOrd="2" destOrd="0" presId="urn:microsoft.com/office/officeart/2018/2/layout/IconCircleList"/>
    <dgm:cxn modelId="{4F7047B3-8FDC-45C0-B179-6AEBC685DB9B}" type="presParOf" srcId="{AFA1396A-E5B5-4C3C-99D1-995958B83773}" destId="{579523E1-2CE7-478B-8700-BBDBC5A37390}" srcOrd="3" destOrd="0" presId="urn:microsoft.com/office/officeart/2018/2/layout/IconCircleList"/>
    <dgm:cxn modelId="{554E8B6C-4EEF-4294-A1EA-3615DEC0F062}" type="presParOf" srcId="{E7239F1F-B3A6-4C01-870B-29DA88A56211}" destId="{8142EA85-E2EF-406E-8E0D-3EA22C0F44A3}" srcOrd="1" destOrd="0" presId="urn:microsoft.com/office/officeart/2018/2/layout/IconCircleList"/>
    <dgm:cxn modelId="{20B1B708-F491-41E3-BBCB-325284C22082}" type="presParOf" srcId="{E7239F1F-B3A6-4C01-870B-29DA88A56211}" destId="{F5AA2F20-0A39-4BCA-A919-AF47A0DEB065}" srcOrd="2" destOrd="0" presId="urn:microsoft.com/office/officeart/2018/2/layout/IconCircleList"/>
    <dgm:cxn modelId="{1E167113-E201-48C0-8861-E8CCA9A5C164}" type="presParOf" srcId="{F5AA2F20-0A39-4BCA-A919-AF47A0DEB065}" destId="{1F317D27-7607-40A7-A6EE-8282C260F2AE}" srcOrd="0" destOrd="0" presId="urn:microsoft.com/office/officeart/2018/2/layout/IconCircleList"/>
    <dgm:cxn modelId="{A4BBEE41-6FC4-43D5-865A-1ABA7E933A02}" type="presParOf" srcId="{F5AA2F20-0A39-4BCA-A919-AF47A0DEB065}" destId="{E2FC0EFF-87D5-450A-B034-364E2F938415}" srcOrd="1" destOrd="0" presId="urn:microsoft.com/office/officeart/2018/2/layout/IconCircleList"/>
    <dgm:cxn modelId="{6AFCCC98-2B98-4135-BE6D-C4485868F18E}" type="presParOf" srcId="{F5AA2F20-0A39-4BCA-A919-AF47A0DEB065}" destId="{4A5DE36F-1B40-4A01-BA74-8476A2744763}" srcOrd="2" destOrd="0" presId="urn:microsoft.com/office/officeart/2018/2/layout/IconCircleList"/>
    <dgm:cxn modelId="{5EA87402-86D5-4F1B-AD7C-B8DC0BF36D38}" type="presParOf" srcId="{F5AA2F20-0A39-4BCA-A919-AF47A0DEB065}" destId="{0FF11CA7-6811-4C3A-9135-50444CEFFFE7}" srcOrd="3" destOrd="0" presId="urn:microsoft.com/office/officeart/2018/2/layout/IconCircleList"/>
    <dgm:cxn modelId="{9054B879-6237-4EA8-A46A-9F3CBEB66D15}" type="presParOf" srcId="{E7239F1F-B3A6-4C01-870B-29DA88A56211}" destId="{B3159356-1D6B-415E-8634-8C8194418BB0}" srcOrd="3" destOrd="0" presId="urn:microsoft.com/office/officeart/2018/2/layout/IconCircleList"/>
    <dgm:cxn modelId="{8FD8A299-B245-4D8F-90B4-295A860C358D}" type="presParOf" srcId="{E7239F1F-B3A6-4C01-870B-29DA88A56211}" destId="{3EBE057C-21CE-412A-884B-BDDC6CA3899F}" srcOrd="4" destOrd="0" presId="urn:microsoft.com/office/officeart/2018/2/layout/IconCircleList"/>
    <dgm:cxn modelId="{62F8BCE1-E7CD-4691-92DB-AA1038E5572B}" type="presParOf" srcId="{3EBE057C-21CE-412A-884B-BDDC6CA3899F}" destId="{CBD7BB13-99B9-4895-AF9D-3FC74869A304}" srcOrd="0" destOrd="0" presId="urn:microsoft.com/office/officeart/2018/2/layout/IconCircleList"/>
    <dgm:cxn modelId="{CFE14E06-7394-46D0-973A-EE18E6C7D1CF}" type="presParOf" srcId="{3EBE057C-21CE-412A-884B-BDDC6CA3899F}" destId="{7C4E2B9C-07E6-4357-9A38-30F81051CE55}" srcOrd="1" destOrd="0" presId="urn:microsoft.com/office/officeart/2018/2/layout/IconCircleList"/>
    <dgm:cxn modelId="{B7372B94-7AEA-414F-B4AB-4854FD8990A6}" type="presParOf" srcId="{3EBE057C-21CE-412A-884B-BDDC6CA3899F}" destId="{EC0A93D3-C778-47EB-9C4A-9D988AA94888}" srcOrd="2" destOrd="0" presId="urn:microsoft.com/office/officeart/2018/2/layout/IconCircleList"/>
    <dgm:cxn modelId="{C6EE25AB-6DEE-43C7-B522-95A2DEAF04BA}" type="presParOf" srcId="{3EBE057C-21CE-412A-884B-BDDC6CA3899F}" destId="{AC107410-9EFC-4AB5-B803-9ED0FD476462}" srcOrd="3" destOrd="0" presId="urn:microsoft.com/office/officeart/2018/2/layout/IconCircleList"/>
    <dgm:cxn modelId="{05E81377-A950-41DA-A6A6-80B34DFB6108}" type="presParOf" srcId="{E7239F1F-B3A6-4C01-870B-29DA88A56211}" destId="{BA4D57DC-712D-4027-A26A-0DBA0C56DE4F}" srcOrd="5" destOrd="0" presId="urn:microsoft.com/office/officeart/2018/2/layout/IconCircleList"/>
    <dgm:cxn modelId="{1E2D5BD6-D0C3-425A-84D9-4D70753E2C9D}" type="presParOf" srcId="{E7239F1F-B3A6-4C01-870B-29DA88A56211}" destId="{4DEA27AA-BCA4-4541-9BCC-DDCC357F3264}" srcOrd="6" destOrd="0" presId="urn:microsoft.com/office/officeart/2018/2/layout/IconCircleList"/>
    <dgm:cxn modelId="{BD04E795-8F39-43CC-8844-EFEA06BFCBD1}" type="presParOf" srcId="{4DEA27AA-BCA4-4541-9BCC-DDCC357F3264}" destId="{0833DDA0-6DC0-4B07-ADC7-ACCC37C958C9}" srcOrd="0" destOrd="0" presId="urn:microsoft.com/office/officeart/2018/2/layout/IconCircleList"/>
    <dgm:cxn modelId="{35DD9CC7-2C1D-4B3F-8342-1DC4169EB387}" type="presParOf" srcId="{4DEA27AA-BCA4-4541-9BCC-DDCC357F3264}" destId="{1B7B4EA4-65A2-4638-ABA2-5ABD4222F2C9}" srcOrd="1" destOrd="0" presId="urn:microsoft.com/office/officeart/2018/2/layout/IconCircleList"/>
    <dgm:cxn modelId="{DB4F0836-EE95-4BE5-BCBE-F01C6CA52427}" type="presParOf" srcId="{4DEA27AA-BCA4-4541-9BCC-DDCC357F3264}" destId="{AC92A465-39B8-4612-9A8F-11E998DB2804}" srcOrd="2" destOrd="0" presId="urn:microsoft.com/office/officeart/2018/2/layout/IconCircleList"/>
    <dgm:cxn modelId="{2046D183-6985-43C4-8D88-BD3EE72FEFB4}" type="presParOf" srcId="{4DEA27AA-BCA4-4541-9BCC-DDCC357F3264}" destId="{05F98F4D-458F-4AAD-8F06-C4DD789ABE09}" srcOrd="3" destOrd="0" presId="urn:microsoft.com/office/officeart/2018/2/layout/IconCircleList"/>
    <dgm:cxn modelId="{FAEE7ACA-8BEA-4C46-8737-D41F762BADCD}" type="presParOf" srcId="{E7239F1F-B3A6-4C01-870B-29DA88A56211}" destId="{E1753EE7-1A86-4F8F-9401-94EBF27FFD9F}" srcOrd="7" destOrd="0" presId="urn:microsoft.com/office/officeart/2018/2/layout/IconCircleList"/>
    <dgm:cxn modelId="{9B370C83-68A4-43AF-9404-15166A58D468}" type="presParOf" srcId="{E7239F1F-B3A6-4C01-870B-29DA88A56211}" destId="{0274C3DE-76EA-4B2C-8B26-B9EC0270A159}" srcOrd="8" destOrd="0" presId="urn:microsoft.com/office/officeart/2018/2/layout/IconCircleList"/>
    <dgm:cxn modelId="{658D6D1A-0F7B-4820-822F-AF775B8FD202}" type="presParOf" srcId="{0274C3DE-76EA-4B2C-8B26-B9EC0270A159}" destId="{EEBC0E8A-4886-4856-B306-A20B840EA4F2}" srcOrd="0" destOrd="0" presId="urn:microsoft.com/office/officeart/2018/2/layout/IconCircleList"/>
    <dgm:cxn modelId="{0C717CB4-BB46-4255-BF90-60B309055C65}" type="presParOf" srcId="{0274C3DE-76EA-4B2C-8B26-B9EC0270A159}" destId="{81D6A752-C2DA-410C-9599-74C851AA87DB}" srcOrd="1" destOrd="0" presId="urn:microsoft.com/office/officeart/2018/2/layout/IconCircleList"/>
    <dgm:cxn modelId="{35D490A0-8FE5-451D-9353-007B56E9B71E}" type="presParOf" srcId="{0274C3DE-76EA-4B2C-8B26-B9EC0270A159}" destId="{6F5B0E63-8C44-41F7-927B-DA56198059E8}" srcOrd="2" destOrd="0" presId="urn:microsoft.com/office/officeart/2018/2/layout/IconCircleList"/>
    <dgm:cxn modelId="{5EA6CF93-2410-4234-9FFC-F519650D2EBE}" type="presParOf" srcId="{0274C3DE-76EA-4B2C-8B26-B9EC0270A159}" destId="{85C7C985-B03B-488F-BDBD-C8FE96222F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239A9-F8BE-4A0B-A437-EF9C86C963BF}">
      <dsp:nvSpPr>
        <dsp:cNvPr id="0" name=""/>
        <dsp:cNvSpPr/>
      </dsp:nvSpPr>
      <dsp:spPr>
        <a:xfrm>
          <a:off x="6813" y="219012"/>
          <a:ext cx="2416227" cy="180366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Conduct a comprehensive evidence synthesis on the SRHR workforce status, gaps, and training pathways in the African Region</a:t>
          </a:r>
        </a:p>
      </dsp:txBody>
      <dsp:txXfrm>
        <a:off x="49075" y="261274"/>
        <a:ext cx="2331703" cy="1761401"/>
      </dsp:txXfrm>
    </dsp:sp>
    <dsp:sp modelId="{DE287428-3D0E-4AB7-AC72-451161C9E85D}">
      <dsp:nvSpPr>
        <dsp:cNvPr id="0" name=""/>
        <dsp:cNvSpPr/>
      </dsp:nvSpPr>
      <dsp:spPr>
        <a:xfrm>
          <a:off x="6813" y="2022675"/>
          <a:ext cx="2416227" cy="775575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Evidence synthesis</a:t>
          </a:r>
        </a:p>
      </dsp:txBody>
      <dsp:txXfrm>
        <a:off x="6813" y="2022675"/>
        <a:ext cx="1701569" cy="775575"/>
      </dsp:txXfrm>
    </dsp:sp>
    <dsp:sp modelId="{07AD3FCB-D89A-4351-8455-1744C396BFE6}">
      <dsp:nvSpPr>
        <dsp:cNvPr id="0" name=""/>
        <dsp:cNvSpPr/>
      </dsp:nvSpPr>
      <dsp:spPr>
        <a:xfrm>
          <a:off x="1776733" y="2145868"/>
          <a:ext cx="845679" cy="845679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044F4-AA2F-49D0-8818-907978AE5076}">
      <dsp:nvSpPr>
        <dsp:cNvPr id="0" name=""/>
        <dsp:cNvSpPr/>
      </dsp:nvSpPr>
      <dsp:spPr>
        <a:xfrm>
          <a:off x="2831925" y="219012"/>
          <a:ext cx="2416227" cy="180366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Develop and validate analytical models to quantify workforce supply, demand, and return on investment (ROI).</a:t>
          </a:r>
        </a:p>
      </dsp:txBody>
      <dsp:txXfrm>
        <a:off x="2874187" y="261274"/>
        <a:ext cx="2331703" cy="1761401"/>
      </dsp:txXfrm>
    </dsp:sp>
    <dsp:sp modelId="{828CB68E-5912-4D43-B30A-FEBC1F041517}">
      <dsp:nvSpPr>
        <dsp:cNvPr id="0" name=""/>
        <dsp:cNvSpPr/>
      </dsp:nvSpPr>
      <dsp:spPr>
        <a:xfrm>
          <a:off x="2831925" y="2022675"/>
          <a:ext cx="2416227" cy="775575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Develop and validate models</a:t>
          </a:r>
        </a:p>
      </dsp:txBody>
      <dsp:txXfrm>
        <a:off x="2831925" y="2022675"/>
        <a:ext cx="1701569" cy="775575"/>
      </dsp:txXfrm>
    </dsp:sp>
    <dsp:sp modelId="{B44B3A5B-2902-44E5-9C9E-0461361082A4}">
      <dsp:nvSpPr>
        <dsp:cNvPr id="0" name=""/>
        <dsp:cNvSpPr/>
      </dsp:nvSpPr>
      <dsp:spPr>
        <a:xfrm>
          <a:off x="4601845" y="2145868"/>
          <a:ext cx="845679" cy="845679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A4804-B9C9-4BAF-9BF7-0AF5A0B02552}">
      <dsp:nvSpPr>
        <dsp:cNvPr id="0" name=""/>
        <dsp:cNvSpPr/>
      </dsp:nvSpPr>
      <dsp:spPr>
        <a:xfrm>
          <a:off x="5657037" y="219012"/>
          <a:ext cx="2416227" cy="180366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Translate evidence into actionable policy tools (dashboards, briefs, algorithms) for regional stakeholders.</a:t>
          </a:r>
        </a:p>
      </dsp:txBody>
      <dsp:txXfrm>
        <a:off x="5699299" y="261274"/>
        <a:ext cx="2331703" cy="1761401"/>
      </dsp:txXfrm>
    </dsp:sp>
    <dsp:sp modelId="{3A7A5ED6-AEC4-4106-B477-E3DB474F7C5C}">
      <dsp:nvSpPr>
        <dsp:cNvPr id="0" name=""/>
        <dsp:cNvSpPr/>
      </dsp:nvSpPr>
      <dsp:spPr>
        <a:xfrm>
          <a:off x="5657037" y="2022675"/>
          <a:ext cx="2416227" cy="775575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Evidence into policy action</a:t>
          </a:r>
        </a:p>
      </dsp:txBody>
      <dsp:txXfrm>
        <a:off x="5657037" y="2022675"/>
        <a:ext cx="1701569" cy="775575"/>
      </dsp:txXfrm>
    </dsp:sp>
    <dsp:sp modelId="{E0588BB9-AD2D-4CE0-97D1-4338C2923553}">
      <dsp:nvSpPr>
        <dsp:cNvPr id="0" name=""/>
        <dsp:cNvSpPr/>
      </dsp:nvSpPr>
      <dsp:spPr>
        <a:xfrm>
          <a:off x="7426957" y="2145868"/>
          <a:ext cx="845679" cy="845679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58F66-608B-40D9-9981-AF3107735E92}">
      <dsp:nvSpPr>
        <dsp:cNvPr id="0" name=""/>
        <dsp:cNvSpPr/>
      </dsp:nvSpPr>
      <dsp:spPr>
        <a:xfrm>
          <a:off x="8511675" y="219012"/>
          <a:ext cx="2416227" cy="180366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64770" rIns="21590" bIns="2159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kern="1200" dirty="0"/>
            <a:t>Build regional capacity through dissemination of knowledge products</a:t>
          </a:r>
        </a:p>
      </dsp:txBody>
      <dsp:txXfrm>
        <a:off x="8553937" y="261274"/>
        <a:ext cx="2331703" cy="1761401"/>
      </dsp:txXfrm>
    </dsp:sp>
    <dsp:sp modelId="{6231FED9-AAA1-4FFE-BB2D-06508D19EB8E}">
      <dsp:nvSpPr>
        <dsp:cNvPr id="0" name=""/>
        <dsp:cNvSpPr/>
      </dsp:nvSpPr>
      <dsp:spPr>
        <a:xfrm>
          <a:off x="8482149" y="2022675"/>
          <a:ext cx="2416227" cy="775575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Regional capacity</a:t>
          </a:r>
        </a:p>
      </dsp:txBody>
      <dsp:txXfrm>
        <a:off x="8482149" y="2022675"/>
        <a:ext cx="1701569" cy="775575"/>
      </dsp:txXfrm>
    </dsp:sp>
    <dsp:sp modelId="{FB9E3852-7769-445F-9017-B351FCFF5F48}">
      <dsp:nvSpPr>
        <dsp:cNvPr id="0" name=""/>
        <dsp:cNvSpPr/>
      </dsp:nvSpPr>
      <dsp:spPr>
        <a:xfrm>
          <a:off x="10252069" y="2145868"/>
          <a:ext cx="845679" cy="845679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FEDC4-2EA1-4980-A928-D095E34EDCA5}">
      <dsp:nvSpPr>
        <dsp:cNvPr id="0" name=""/>
        <dsp:cNvSpPr/>
      </dsp:nvSpPr>
      <dsp:spPr>
        <a:xfrm>
          <a:off x="19751" y="0"/>
          <a:ext cx="2477981" cy="484411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UHC dynamics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</dsp:txBody>
      <dsp:txXfrm>
        <a:off x="19751" y="0"/>
        <a:ext cx="2477981" cy="3229411"/>
      </dsp:txXfrm>
    </dsp:sp>
    <dsp:sp modelId="{55DA069A-C291-4A59-AB29-02BE2CE745D4}">
      <dsp:nvSpPr>
        <dsp:cNvPr id="0" name=""/>
        <dsp:cNvSpPr/>
      </dsp:nvSpPr>
      <dsp:spPr>
        <a:xfrm>
          <a:off x="76197" y="933687"/>
          <a:ext cx="2477981" cy="1614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Model: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i="1" kern="1200" dirty="0" smtClean="0">
                    <a:latin typeface="Cambria Math" panose="02040503050406030204" pitchFamily="18" charset="0"/>
                  </a:rPr>
                  <m:t>𝑈𝐻</m:t>
                </m:r>
                <m:sSub>
                  <m:sSub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𝐶</m:t>
                    </m:r>
                  </m:e>
                  <m:sub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en-US" sz="1000" i="1" kern="1200" dirty="0" smtClean="0">
                    <a:latin typeface="Cambria Math" panose="02040503050406030204" pitchFamily="18" charset="0"/>
                  </a:rPr>
                  <m:t>​=</m:t>
                </m:r>
                <m:r>
                  <a:rPr lang="en-US" sz="1000" i="1" kern="1200" dirty="0" smtClean="0">
                    <a:latin typeface="Cambria Math" panose="02040503050406030204" pitchFamily="18" charset="0"/>
                  </a:rPr>
                  <m:t>𝑓</m:t>
                </m:r>
                <m:r>
                  <a:rPr lang="en-US" sz="1000" i="1" kern="1200" dirty="0" smtClean="0">
                    <a:latin typeface="Cambria Math" panose="02040503050406030204" pitchFamily="18" charset="0"/>
                  </a:rPr>
                  <m:t>(</m:t>
                </m:r>
                <m:r>
                  <a:rPr lang="en-US" sz="1000" i="1" kern="1200" dirty="0" smtClean="0">
                    <a:latin typeface="Cambria Math" panose="02040503050406030204" pitchFamily="18" charset="0"/>
                  </a:rPr>
                  <m:t>𝑈𝐻</m:t>
                </m:r>
                <m:sSub>
                  <m:sSub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𝐶</m:t>
                    </m:r>
                  </m:e>
                  <m:sub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−1</m:t>
                    </m:r>
                  </m:sub>
                </m:sSub>
                <m:r>
                  <a:rPr lang="en-US" sz="1000" i="1" kern="1200" dirty="0" smtClean="0">
                    <a:latin typeface="Cambria Math" panose="02040503050406030204" pitchFamily="18" charset="0"/>
                  </a:rPr>
                  <m:t>​,</m:t>
                </m:r>
                <m:r>
                  <a:rPr lang="en-US" sz="1000" i="1" kern="1200" dirty="0" err="1" smtClean="0">
                    <a:latin typeface="Cambria Math" panose="02040503050406030204" pitchFamily="18" charset="0"/>
                  </a:rPr>
                  <m:t>𝐷𝑜𝑐𝑡𝑜𝑟</m:t>
                </m:r>
                <m:sSub>
                  <m:sSub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𝑠</m:t>
                    </m:r>
                  </m:e>
                  <m:sub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en-US" sz="1000" i="1" kern="1200" dirty="0" err="1" smtClean="0">
                    <a:latin typeface="Cambria Math" panose="02040503050406030204" pitchFamily="18" charset="0"/>
                  </a:rPr>
                  <m:t>,</m:t>
                </m:r>
                <m:r>
                  <a:rPr lang="en-US" sz="1000" i="1" kern="1200" dirty="0" err="1" smtClean="0">
                    <a:latin typeface="Cambria Math" panose="02040503050406030204" pitchFamily="18" charset="0"/>
                  </a:rPr>
                  <m:t>𝑁𝑢𝑟𝑠𝑒</m:t>
                </m:r>
                <m:sSub>
                  <m:sSub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𝑠</m:t>
                    </m:r>
                  </m:e>
                  <m:sub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en-US" sz="1000" i="1" kern="1200" dirty="0" err="1" smtClean="0">
                    <a:latin typeface="Cambria Math" panose="02040503050406030204" pitchFamily="18" charset="0"/>
                  </a:rPr>
                  <m:t>,</m:t>
                </m:r>
                <m:r>
                  <a:rPr lang="en-US" sz="1000" i="1" kern="1200" dirty="0" err="1" smtClean="0">
                    <a:latin typeface="Cambria Math" panose="02040503050406030204" pitchFamily="18" charset="0"/>
                  </a:rPr>
                  <m:t>𝐺𝐷</m:t>
                </m:r>
                <m:sSub>
                  <m:sSub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000" i="1" kern="1200" dirty="0" err="1" smtClean="0"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en-US" sz="1000" i="1" kern="1200" dirty="0" smtClean="0"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en-US" sz="1000" kern="1200" dirty="0"/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Estimates</a:t>
          </a:r>
          <a:endParaRPr dirty="0"/>
        </a:p>
        <a:p>
          <a:pPr marL="57150" lvl="1" indent="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𝑙𝑎𝑔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𝑈𝐻𝐶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=0.962 (&lt;0.001)</m:t>
                </m:r>
              </m:oMath>
            </m:oMathPara>
          </a14:m>
          <a:endParaRPr lang="en-US" sz="1000" b="0" kern="1200" dirty="0"/>
        </a:p>
        <a:p>
          <a:pPr marL="57150" lvl="1" indent="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𝐷𝑜𝑐𝑡𝑜𝑟𝑠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=0.030 (0.413)</m:t>
                </m:r>
              </m:oMath>
            </m:oMathPara>
          </a14:m>
          <a:endParaRPr lang="en-US" sz="1000" b="0" kern="1200" dirty="0"/>
        </a:p>
        <a:p>
          <a:pPr marL="57150" lvl="1" indent="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𝑁𝑢𝑟𝑠𝑖𝑛𝑔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&amp; 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𝑚𝑖𝑑𝑤𝑖𝑓𝑒𝑟𝑦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=</m:t>
                </m:r>
                <m:sSup>
                  <m:sSup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0.031</m:t>
                    </m:r>
                  </m:e>
                  <m:sup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(0.04)</m:t>
                </m:r>
              </m:oMath>
            </m:oMathPara>
          </a14:m>
          <a:endParaRPr lang="en-US" sz="1000" b="0" kern="1200" dirty="0"/>
        </a:p>
        <a:p>
          <a:pPr marL="57150" lvl="1" indent="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𝐺𝐷𝑃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=−0.080(0.70)</m:t>
                </m:r>
              </m:oMath>
            </m:oMathPara>
          </a14:m>
          <a:endParaRPr lang="en-US" sz="10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Interpretation: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latin typeface="Cambria Math" panose="02040503050406030204" pitchFamily="18" charset="0"/>
            </a:rPr>
            <a:t>UHC changes slowly over time.
Expansion of nursing workforce significantly improves service coverage.
Doctors appear less influential in short-run UHC expansion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en-US" sz="1200" b="0" i="0" kern="1200" dirty="0" smtClean="0">
                  <a:latin typeface="Cambria Math" panose="02040503050406030204" pitchFamily="18" charset="0"/>
                </a:rPr>
                <m:t>GDP</m:t>
              </m:r>
              <m:r>
                <a:rPr lang="en-US" sz="1200" b="0" i="0" kern="1200" dirty="0" smtClean="0">
                  <a:latin typeface="Cambria Math" panose="02040503050406030204" pitchFamily="18" charset="0"/>
                </a:rPr>
                <m:t> </m:t>
              </m:r>
              <m:r>
                <m:rPr>
                  <m:sty m:val="p"/>
                </m:rPr>
                <a:rPr lang="en-US" sz="1200" b="0" i="0" kern="1200" dirty="0" smtClean="0">
                  <a:latin typeface="Cambria Math" panose="02040503050406030204" pitchFamily="18" charset="0"/>
                </a:rPr>
                <m:t>not</m:t>
              </m:r>
              <m:r>
                <a:rPr lang="en-US" sz="1200" b="0" i="0" kern="1200" dirty="0" smtClean="0">
                  <a:latin typeface="Cambria Math" panose="02040503050406030204" pitchFamily="18" charset="0"/>
                </a:rPr>
                <m:t> </m:t>
              </m:r>
              <m:r>
                <m:rPr>
                  <m:sty m:val="p"/>
                </m:rPr>
                <a:rPr lang="en-US" sz="1200" b="0" i="0" kern="1200" dirty="0" smtClean="0">
                  <a:latin typeface="Cambria Math" panose="02040503050406030204" pitchFamily="18" charset="0"/>
                </a:rPr>
                <m:t>directly</m:t>
              </m:r>
              <m:r>
                <a:rPr lang="en-US" sz="1200" b="0" i="0" kern="1200" dirty="0" smtClean="0">
                  <a:latin typeface="Cambria Math" panose="02040503050406030204" pitchFamily="18" charset="0"/>
                </a:rPr>
                <m:t> </m:t>
              </m:r>
              <m:r>
                <m:rPr>
                  <m:sty m:val="p"/>
                </m:rPr>
                <a:rPr lang="en-US" sz="1200" b="0" i="0" kern="1200" dirty="0" smtClean="0">
                  <a:latin typeface="Cambria Math" panose="02040503050406030204" pitchFamily="18" charset="0"/>
                </a:rPr>
                <m:t>driving</m:t>
              </m:r>
              <m:r>
                <a:rPr lang="en-US" sz="1200" b="0" i="0" kern="1200" dirty="0" smtClean="0">
                  <a:latin typeface="Cambria Math" panose="02040503050406030204" pitchFamily="18" charset="0"/>
                </a:rPr>
                <m:t> </m:t>
              </m:r>
              <m:r>
                <m:rPr>
                  <m:sty m:val="p"/>
                </m:rPr>
                <a:rPr lang="en-US" sz="1200" b="0" i="0" kern="1200" dirty="0" smtClean="0">
                  <a:latin typeface="Cambria Math" panose="02040503050406030204" pitchFamily="18" charset="0"/>
                </a:rPr>
                <m:t>UHC</m:t>
              </m:r>
            </m:oMath>
          </a14:m>
          <a:endParaRPr lang="en-US" sz="1200" b="0" kern="1200" dirty="0"/>
        </a:p>
        <a:p>
          <a:pPr marL="57150" lvl="1" indent="0" algn="ctr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sz="3600" kern="1200"/>
        </a:p>
      </dsp:txBody>
      <dsp:txXfrm>
        <a:off x="123490" y="980980"/>
        <a:ext cx="2383395" cy="1520119"/>
      </dsp:txXfrm>
    </dsp:sp>
    <dsp:sp modelId="{97FF592C-573A-4639-A30F-5409BB717857}">
      <dsp:nvSpPr>
        <dsp:cNvPr id="0" name=""/>
        <dsp:cNvSpPr/>
      </dsp:nvSpPr>
      <dsp:spPr>
        <a:xfrm>
          <a:off x="2850086" y="1306232"/>
          <a:ext cx="746990" cy="6169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2850086" y="1429621"/>
        <a:ext cx="561907" cy="370167"/>
      </dsp:txXfrm>
    </dsp:sp>
    <dsp:sp modelId="{3B59600D-C95C-479F-9313-00888662D163}">
      <dsp:nvSpPr>
        <dsp:cNvPr id="0" name=""/>
        <dsp:cNvSpPr/>
      </dsp:nvSpPr>
      <dsp:spPr>
        <a:xfrm>
          <a:off x="3907147" y="0"/>
          <a:ext cx="2477981" cy="484411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DALY’s equation</a:t>
          </a:r>
        </a:p>
      </dsp:txBody>
      <dsp:txXfrm>
        <a:off x="3907147" y="0"/>
        <a:ext cx="2477981" cy="3229411"/>
      </dsp:txXfrm>
    </dsp:sp>
    <dsp:sp modelId="{226E016C-9230-4B11-956B-27CFA563CE33}">
      <dsp:nvSpPr>
        <dsp:cNvPr id="0" name=""/>
        <dsp:cNvSpPr/>
      </dsp:nvSpPr>
      <dsp:spPr>
        <a:xfrm>
          <a:off x="3917107" y="817154"/>
          <a:ext cx="2477981" cy="1614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400" kern="1200" dirty="0"/>
        </a:p>
        <a:p>
          <a:pPr marL="171450" lvl="1" indent="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Model</a:t>
          </a:r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sty m:val="p"/>
                  </m:rPr>
                  <a:rPr lang="da-DK" sz="1100" i="1" kern="1200" dirty="0" smtClean="0">
                    <a:latin typeface="Cambria Math" panose="02040503050406030204" pitchFamily="18" charset="0"/>
                  </a:rPr>
                  <m:t>log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⁡(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𝐷𝐴𝐿𝑌𝑠𝑡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​)=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𝑓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(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𝐷𝐴𝐿𝑌</m:t>
                </m:r>
                <m:sSub>
                  <m:sSubPr>
                    <m:ctrlPr>
                      <a:rPr lang="en-US" sz="11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𝑠</m:t>
                    </m:r>
                  </m:e>
                  <m:sub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−1</m:t>
                    </m:r>
                  </m:sub>
                </m:sSub>
                <m:r>
                  <a:rPr lang="da-DK" sz="1100" i="1" kern="1200" dirty="0" smtClean="0">
                    <a:latin typeface="Cambria Math" panose="02040503050406030204" pitchFamily="18" charset="0"/>
                  </a:rPr>
                  <m:t>​,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𝑈𝐻𝐶𝑡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​,</m:t>
                </m:r>
                <m:r>
                  <a:rPr lang="da-DK" sz="1100" i="1" kern="1200" dirty="0" smtClean="0">
                    <a:latin typeface="Cambria Math" panose="02040503050406030204" pitchFamily="18" charset="0"/>
                  </a:rPr>
                  <m:t>𝐺𝐷</m:t>
                </m:r>
                <m:sSub>
                  <m:sSubPr>
                    <m:ctrlPr>
                      <a:rPr lang="en-US" sz="1100" b="0" i="1" kern="1200" dirty="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da-DK" sz="1100" i="1" kern="1200" dirty="0" smtClean="0"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  <m:r>
                  <a:rPr lang="da-DK" sz="1100" i="1" kern="1200" dirty="0" smtClean="0"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da-DK" sz="1100" kern="1200" dirty="0"/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400" kern="1200" dirty="0"/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Estimates</a:t>
          </a:r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100" i="1" kern="1200" dirty="0" smtClean="0">
                    <a:latin typeface="Cambria Math" panose="02040503050406030204" pitchFamily="18" charset="0"/>
                  </a:rPr>
                  <m:t>𝐿𝑎𝑔</m:t>
                </m:r>
                <m:r>
                  <a:rPr lang="en-US" sz="1100" i="1" kern="1200" dirty="0" smtClean="0">
                    <a:latin typeface="Cambria Math" panose="02040503050406030204" pitchFamily="18" charset="0"/>
                  </a:rPr>
                  <m:t> </m:t>
                </m:r>
                <m:r>
                  <a:rPr lang="en-US" sz="1100" i="1" kern="1200" dirty="0" smtClean="0">
                    <a:latin typeface="Cambria Math" panose="02040503050406030204" pitchFamily="18" charset="0"/>
                  </a:rPr>
                  <m:t>𝐷𝐴𝐿𝑌𝑠</m:t>
                </m:r>
                <m:r>
                  <a:rPr lang="en-US" sz="1100" i="1" kern="1200" dirty="0" smtClean="0"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sz="1100" b="0" i="1" kern="1200" dirty="0" smtClean="0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00" i="1" kern="1200" dirty="0" smtClean="0">
                        <a:latin typeface="Cambria Math" panose="02040503050406030204" pitchFamily="18" charset="0"/>
                      </a:rPr>
                      <m:t>0.98</m:t>
                    </m:r>
                  </m:e>
                  <m:sup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 lang="en-US" sz="1100" b="0" i="1" kern="1200" dirty="0" smtClean="0">
                    <a:latin typeface="Cambria Math" panose="02040503050406030204" pitchFamily="18" charset="0"/>
                  </a:rPr>
                  <m:t> (&lt;0.001)</m:t>
                </m:r>
              </m:oMath>
            </m:oMathPara>
          </a14:m>
          <a:endParaRPr lang="en-US" sz="1100" b="0" kern="1200" dirty="0"/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100" i="1" kern="1200" dirty="0" smtClean="0">
                    <a:latin typeface="Cambria Math" panose="02040503050406030204" pitchFamily="18" charset="0"/>
                  </a:rPr>
                  <m:t>𝑈𝐻𝐶</m:t>
                </m:r>
                <m:r>
                  <a:rPr lang="en-US" sz="1100" b="0" i="1" kern="1200" dirty="0" smtClean="0">
                    <a:latin typeface="Cambria Math" panose="02040503050406030204" pitchFamily="18" charset="0"/>
                  </a:rPr>
                  <m:t>=0.00019(0.07)</m:t>
                </m:r>
              </m:oMath>
            </m:oMathPara>
          </a14:m>
          <a:endParaRPr lang="en-US" sz="1100" b="0" kern="1200" dirty="0"/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100" i="1" kern="1200" dirty="0" smtClean="0">
                    <a:latin typeface="Cambria Math" panose="02040503050406030204" pitchFamily="18" charset="0"/>
                  </a:rPr>
                  <m:t>𝐺𝐷𝑃</m:t>
                </m:r>
                <m:r>
                  <a:rPr lang="en-US" sz="1100" i="1" kern="1200" dirty="0" smtClean="0"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sz="1100" b="0" i="1" kern="1200" dirty="0" smtClean="0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0.0034</m:t>
                    </m:r>
                  </m:e>
                  <m:sup>
                    <m:r>
                      <a:rPr lang="en-US" sz="1100" b="0" i="1" kern="1200" dirty="0" smtClean="0"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 lang="en-US" sz="1100" b="0" i="1" kern="1200" dirty="0" smtClean="0">
                    <a:latin typeface="Cambria Math" panose="02040503050406030204" pitchFamily="18" charset="0"/>
                  </a:rPr>
                  <m:t> (0.017)</m:t>
                </m:r>
              </m:oMath>
            </m:oMathPara>
          </a14:m>
          <a:endParaRPr lang="en-US" sz="1100" b="0" kern="1200" dirty="0"/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Interpretation:</a:t>
          </a:r>
          <a:endParaRPr lang="en-US" sz="1400" kern="1200" dirty="0"/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Disease burden is extremely persistent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UHC does not immediately reduce DALYs</a:t>
          </a:r>
        </a:p>
        <a:p>
          <a:pPr marL="57150" lvl="1" indent="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GDP associated with slight DALY increase</a:t>
          </a:r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400" kern="1200" dirty="0"/>
        </a:p>
      </dsp:txBody>
      <dsp:txXfrm>
        <a:off x="3964400" y="864447"/>
        <a:ext cx="2383395" cy="1520119"/>
      </dsp:txXfrm>
    </dsp:sp>
    <dsp:sp modelId="{C9CE68AF-2391-4B30-BAA5-D27024EBDCDA}">
      <dsp:nvSpPr>
        <dsp:cNvPr id="0" name=""/>
        <dsp:cNvSpPr/>
      </dsp:nvSpPr>
      <dsp:spPr>
        <a:xfrm>
          <a:off x="6796880" y="1306232"/>
          <a:ext cx="872912" cy="6169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545439"/>
            <a:satOff val="-56168"/>
            <a:lumOff val="366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96880" y="1429621"/>
        <a:ext cx="687829" cy="370167"/>
      </dsp:txXfrm>
    </dsp:sp>
    <dsp:sp modelId="{D81A9AF6-A88B-4F6E-9B99-4355B784995A}">
      <dsp:nvSpPr>
        <dsp:cNvPr id="0" name=""/>
        <dsp:cNvSpPr/>
      </dsp:nvSpPr>
      <dsp:spPr>
        <a:xfrm>
          <a:off x="8032133" y="0"/>
          <a:ext cx="2477981" cy="484411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Productivity equation</a:t>
          </a:r>
        </a:p>
      </dsp:txBody>
      <dsp:txXfrm>
        <a:off x="8032133" y="0"/>
        <a:ext cx="2477981" cy="3229411"/>
      </dsp:txXfrm>
    </dsp:sp>
    <dsp:sp modelId="{547CF10C-798C-4BED-A8C7-135A1244483E}">
      <dsp:nvSpPr>
        <dsp:cNvPr id="0" name=""/>
        <dsp:cNvSpPr/>
      </dsp:nvSpPr>
      <dsp:spPr>
        <a:xfrm>
          <a:off x="8153403" y="875315"/>
          <a:ext cx="2477981" cy="16147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Model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m:rPr>
                  <m:sty m:val="p"/>
                </m:rPr>
                <a:rPr lang="da-DK" sz="1000" i="1" kern="1200" dirty="0" smtClean="0">
                  <a:latin typeface="Cambria Math" panose="02040503050406030204" pitchFamily="18" charset="0"/>
                </a:rPr>
                <m:t>log</m:t>
              </m:r>
              <m:r>
                <a:rPr lang="da-DK" sz="1000" i="1" kern="1200" dirty="0" smtClean="0">
                  <a:latin typeface="Cambria Math" panose="02040503050406030204" pitchFamily="18" charset="0"/>
                </a:rPr>
                <m:t>⁡(</m:t>
              </m:r>
              <m:r>
                <a:rPr lang="en-US" sz="1000" b="0" i="1" kern="1200" dirty="0" smtClean="0">
                  <a:latin typeface="Cambria Math" panose="02040503050406030204" pitchFamily="18" charset="0"/>
                </a:rPr>
                <m:t>𝑃𝑟𝑜𝑑𝑢𝑐𝑡𝑖𝑣𝑖𝑡</m:t>
              </m:r>
              <m:sSub>
                <m:sSubPr>
                  <m:ctrlPr>
                    <a:rPr lang="en-US" sz="10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𝑦</m:t>
                  </m:r>
                </m:e>
                <m:sub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da-DK" sz="1000" i="1" kern="1200" dirty="0" smtClean="0">
                  <a:latin typeface="Cambria Math" panose="02040503050406030204" pitchFamily="18" charset="0"/>
                </a:rPr>
                <m:t>​)=</m:t>
              </m:r>
              <m:r>
                <a:rPr lang="da-DK" sz="1000" i="1" kern="1200" dirty="0" smtClean="0">
                  <a:latin typeface="Cambria Math" panose="02040503050406030204" pitchFamily="18" charset="0"/>
                </a:rPr>
                <m:t>𝑓</m:t>
              </m:r>
              <m:r>
                <a:rPr lang="da-DK" sz="10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1000" b="0" i="1" kern="1200" dirty="0" smtClean="0">
                  <a:latin typeface="Cambria Math" panose="02040503050406030204" pitchFamily="18" charset="0"/>
                </a:rPr>
                <m:t>𝑃𝑟𝑜𝑑𝑢𝑐𝑡𝑖𝑣𝑖𝑡𝑦</m:t>
              </m:r>
              <m:sSub>
                <m:sSubPr>
                  <m:ctrlPr>
                    <a:rPr lang="en-US" sz="10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 </m:t>
                  </m:r>
                </m:e>
                <m:sub>
                  <m:r>
                    <a:rPr lang="da-DK" sz="1000" i="1" kern="1200" dirty="0" smtClean="0">
                      <a:latin typeface="Cambria Math" panose="02040503050406030204" pitchFamily="18" charset="0"/>
                    </a:rPr>
                    <m:t>𝑡</m:t>
                  </m:r>
                  <m:r>
                    <a:rPr lang="da-DK" sz="1000" i="1" kern="1200" dirty="0" smtClean="0">
                      <a:latin typeface="Cambria Math" panose="02040503050406030204" pitchFamily="18" charset="0"/>
                    </a:rPr>
                    <m:t>−1</m:t>
                  </m:r>
                </m:sub>
              </m:sSub>
              <m:r>
                <a:rPr lang="da-DK" sz="1000" i="1" kern="1200" dirty="0" smtClean="0">
                  <a:latin typeface="Cambria Math" panose="02040503050406030204" pitchFamily="18" charset="0"/>
                </a:rPr>
                <m:t>​,</m:t>
              </m:r>
              <m:r>
                <a:rPr lang="en-US" sz="1000" b="0" i="1" kern="1200" dirty="0" smtClean="0">
                  <a:latin typeface="Cambria Math" panose="02040503050406030204" pitchFamily="18" charset="0"/>
                </a:rPr>
                <m:t>𝐷𝐴𝐿𝑌</m:t>
              </m:r>
              <m:sSub>
                <m:sSubPr>
                  <m:ctrlPr>
                    <a:rPr lang="en-US" sz="10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𝑠</m:t>
                  </m:r>
                </m:e>
                <m:sub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en-US" sz="1000" b="0" i="1" kern="1200" dirty="0" smtClean="0">
                  <a:latin typeface="Cambria Math" panose="02040503050406030204" pitchFamily="18" charset="0"/>
                </a:rPr>
                <m:t>, </m:t>
              </m:r>
              <m:r>
                <a:rPr lang="en-US" sz="1000" b="0" i="1" kern="1200" dirty="0" smtClean="0">
                  <a:latin typeface="Cambria Math" panose="02040503050406030204" pitchFamily="18" charset="0"/>
                </a:rPr>
                <m:t>𝐻𝐴𝐿</m:t>
              </m:r>
              <m:sSub>
                <m:sSubPr>
                  <m:ctrlPr>
                    <a:rPr lang="en-US" sz="10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𝐸</m:t>
                  </m:r>
                </m:e>
                <m:sub>
                  <m:r>
                    <a:rPr lang="en-US" sz="1000" b="0" i="1" kern="1200" dirty="0" smtClean="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da-DK" sz="1000" i="1" kern="1200" dirty="0" smtClean="0">
                  <a:latin typeface="Cambria Math" panose="02040503050406030204" pitchFamily="18" charset="0"/>
                </a:rPr>
                <m:t>)</m:t>
              </m:r>
            </m:oMath>
          </a14:m>
          <a:endParaRPr lang="da-DK" sz="1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Estimates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smtClean="0">
                    <a:latin typeface="Cambria Math" panose="02040503050406030204" pitchFamily="18" charset="0"/>
                  </a:rPr>
                  <m:t>𝐿𝑎𝑔</m:t>
                </m:r>
                <m:r>
                  <a:rPr lang="en-US" sz="1000" b="0" i="1" kern="1200" smtClean="0">
                    <a:latin typeface="Cambria Math" panose="02040503050406030204" pitchFamily="18" charset="0"/>
                  </a:rPr>
                  <m:t> </m:t>
                </m:r>
                <m:r>
                  <a:rPr lang="en-US" sz="1000" b="0" i="1" kern="1200" smtClean="0">
                    <a:latin typeface="Cambria Math" panose="02040503050406030204" pitchFamily="18" charset="0"/>
                  </a:rPr>
                  <m:t>𝑝𝑟𝑜𝑑𝑢𝑐𝑡𝑖𝑣𝑖𝑡𝑦</m:t>
                </m:r>
                <m:r>
                  <a:rPr lang="en-US" sz="1000" b="0" i="1" kern="1200" smtClean="0"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sz="1000" b="0" i="1" kern="1200" smtClean="0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000" b="0" i="1" kern="1200" smtClean="0">
                        <a:latin typeface="Cambria Math" panose="02040503050406030204" pitchFamily="18" charset="0"/>
                      </a:rPr>
                      <m:t>0.986</m:t>
                    </m:r>
                  </m:e>
                  <m:sup>
                    <m:r>
                      <a:rPr lang="en-US" sz="1000" b="0" i="1" kern="1200" smtClean="0"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 lang="en-US" sz="1000" b="0" i="1" kern="1200" smtClean="0">
                    <a:latin typeface="Cambria Math" panose="02040503050406030204" pitchFamily="18" charset="0"/>
                  </a:rPr>
                  <m:t> (&lt;0.001)</m:t>
                </m:r>
              </m:oMath>
            </m:oMathPara>
          </a14:m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i="1" kern="1200" dirty="0" smtClean="0">
                    <a:latin typeface="Cambria Math" panose="02040503050406030204" pitchFamily="18" charset="0"/>
                  </a:rPr>
                  <m:t>𝐷𝐴𝐿𝑌𝑠</m:t>
                </m:r>
                <m:r>
                  <a:rPr lang="en-US" sz="1000" i="1" kern="1200" dirty="0" smtClean="0"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sz="1000" b="0" i="1" kern="1200" dirty="0" smtClean="0"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000" i="1" kern="1200" dirty="0" smtClean="0">
                        <a:latin typeface="Cambria Math" panose="02040503050406030204" pitchFamily="18" charset="0"/>
                      </a:rPr>
                      <m:t>0.134</m:t>
                    </m:r>
                  </m:e>
                  <m:sup>
                    <m:r>
                      <a:rPr lang="en-US" sz="1000" b="0" i="1" kern="1200" dirty="0" smtClean="0">
                        <a:latin typeface="Cambria Math" panose="02040503050406030204" pitchFamily="18" charset="0"/>
                      </a:rPr>
                      <m:t>∗</m:t>
                    </m:r>
                  </m:sup>
                </m:sSup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(0.026)</m:t>
                </m:r>
              </m:oMath>
            </m:oMathPara>
          </a14:m>
          <a:endParaRPr lang="en-US" sz="1000" b="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i="1" kern="1200" dirty="0" smtClean="0">
                    <a:latin typeface="Cambria Math" panose="02040503050406030204" pitchFamily="18" charset="0"/>
                  </a:rPr>
                  <m:t>𝐻𝐴𝐿𝐸𝑠</m:t>
                </m:r>
                <m:r>
                  <a:rPr lang="en-US" sz="1000" i="1" kern="1200" dirty="0" smtClean="0">
                    <a:latin typeface="Cambria Math" panose="02040503050406030204" pitchFamily="18" charset="0"/>
                  </a:rPr>
                  <m:t> =−.0.014 (0.31)</m:t>
                </m:r>
              </m:oMath>
            </m:oMathPara>
          </a14:m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𝑙𝑎𝑔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 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𝐻𝐴𝐿𝐸</m:t>
                </m:r>
                <m:r>
                  <a:rPr lang="en-US" sz="1000" b="0" i="1" kern="1200" dirty="0" smtClean="0">
                    <a:latin typeface="Cambria Math" panose="02040503050406030204" pitchFamily="18" charset="0"/>
                  </a:rPr>
                  <m:t>=0.001 (0.94)</m:t>
                </m:r>
              </m:oMath>
            </m:oMathPara>
          </a14:m>
          <a:endParaRPr lang="en-US" sz="1000" b="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0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Interpretation:</a:t>
          </a:r>
          <a:endParaRPr lang="en-US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Productivity is extremely persistent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Disease burden significantly reduces economic productivity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 Math" panose="02040503050406030204" pitchFamily="18" charset="0"/>
              <a:ea typeface="+mn-ea"/>
              <a:cs typeface="+mn-cs"/>
            </a:rPr>
            <a:t>DALY’s capture most of the health productivity channel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US" sz="100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mbria Math" panose="02040503050406030204" pitchFamily="18" charset="0"/>
            <a:ea typeface="+mn-ea"/>
            <a:cs typeface="+mn-cs"/>
          </a:endParaRPr>
        </a:p>
      </dsp:txBody>
      <dsp:txXfrm>
        <a:off x="8200696" y="922608"/>
        <a:ext cx="2383395" cy="1520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27403-9C8C-4E14-A17B-CF8D98CE6F7A}">
      <dsp:nvSpPr>
        <dsp:cNvPr id="0" name=""/>
        <dsp:cNvSpPr/>
      </dsp:nvSpPr>
      <dsp:spPr>
        <a:xfrm>
          <a:off x="1232" y="243655"/>
          <a:ext cx="3096145" cy="119511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2C607-0FC0-4CB9-A4A7-2854444DE19D}">
      <dsp:nvSpPr>
        <dsp:cNvPr id="0" name=""/>
        <dsp:cNvSpPr/>
      </dsp:nvSpPr>
      <dsp:spPr>
        <a:xfrm>
          <a:off x="826871" y="542433"/>
          <a:ext cx="2614523" cy="1195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3SLS estimates</a:t>
          </a:r>
        </a:p>
      </dsp:txBody>
      <dsp:txXfrm>
        <a:off x="861875" y="577437"/>
        <a:ext cx="2544515" cy="1125104"/>
      </dsp:txXfrm>
    </dsp:sp>
    <dsp:sp modelId="{051F7065-324D-4F50-BD30-70C788C12927}">
      <dsp:nvSpPr>
        <dsp:cNvPr id="0" name=""/>
        <dsp:cNvSpPr/>
      </dsp:nvSpPr>
      <dsp:spPr>
        <a:xfrm>
          <a:off x="3537718" y="243655"/>
          <a:ext cx="3096145" cy="119511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18489-2C2D-4660-BCDA-D00F206FCE7B}">
      <dsp:nvSpPr>
        <dsp:cNvPr id="0" name=""/>
        <dsp:cNvSpPr/>
      </dsp:nvSpPr>
      <dsp:spPr>
        <a:xfrm>
          <a:off x="4363357" y="542433"/>
          <a:ext cx="2614523" cy="1195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Elasticities</a:t>
          </a:r>
        </a:p>
      </dsp:txBody>
      <dsp:txXfrm>
        <a:off x="4398361" y="577437"/>
        <a:ext cx="2544515" cy="1125104"/>
      </dsp:txXfrm>
    </dsp:sp>
    <dsp:sp modelId="{0B95F065-4799-4387-986F-C43525879780}">
      <dsp:nvSpPr>
        <dsp:cNvPr id="0" name=""/>
        <dsp:cNvSpPr/>
      </dsp:nvSpPr>
      <dsp:spPr>
        <a:xfrm>
          <a:off x="7074205" y="243655"/>
          <a:ext cx="3096145" cy="119511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F46DB-CE3F-435E-8C13-3D04F682AB85}">
      <dsp:nvSpPr>
        <dsp:cNvPr id="0" name=""/>
        <dsp:cNvSpPr/>
      </dsp:nvSpPr>
      <dsp:spPr>
        <a:xfrm>
          <a:off x="7899844" y="542433"/>
          <a:ext cx="2614523" cy="1195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Calibrate Agent based models</a:t>
          </a:r>
        </a:p>
      </dsp:txBody>
      <dsp:txXfrm>
        <a:off x="7934848" y="577437"/>
        <a:ext cx="2544515" cy="11251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155EA-6695-45D1-9D96-75ECAE48318A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F5FE6-2287-4390-BB8E-8A8450880631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523E1-2CE7-478B-8700-BBDBC5A37390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Most countries are below the WHO threshold.</a:t>
          </a:r>
        </a:p>
      </dsp:txBody>
      <dsp:txXfrm>
        <a:off x="1312541" y="828340"/>
        <a:ext cx="2148945" cy="911674"/>
      </dsp:txXfrm>
    </dsp:sp>
    <dsp:sp modelId="{1F317D27-7607-40A7-A6EE-8282C260F2AE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C0EFF-87D5-450A-B034-364E2F938415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11CA7-6811-4C3A-9135-50444CEFFFE7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Severe rural–urban maldistribution.</a:t>
          </a:r>
        </a:p>
      </dsp:txBody>
      <dsp:txXfrm>
        <a:off x="4942957" y="828340"/>
        <a:ext cx="2148945" cy="911674"/>
      </dsp:txXfrm>
    </dsp:sp>
    <dsp:sp modelId="{CBD7BB13-99B9-4895-AF9D-3FC74869A304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E2B9C-07E6-4357-9A38-30F81051CE55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07410-9EFC-4AB5-B803-9ED0FD476462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Nurses and midwives dominate the workforce.</a:t>
          </a:r>
        </a:p>
      </dsp:txBody>
      <dsp:txXfrm>
        <a:off x="8573374" y="828340"/>
        <a:ext cx="2148945" cy="911674"/>
      </dsp:txXfrm>
    </dsp:sp>
    <dsp:sp modelId="{0833DDA0-6DC0-4B07-ADC7-ACCC37C958C9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B4EA4-65A2-4638-ABA2-5ABD4222F2C9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98F4D-458F-4AAD-8F06-C4DD789ABE09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High disease burden (HIV, malaria, TB).</a:t>
          </a:r>
        </a:p>
      </dsp:txBody>
      <dsp:txXfrm>
        <a:off x="1312541" y="2452790"/>
        <a:ext cx="2148945" cy="911674"/>
      </dsp:txXfrm>
    </dsp:sp>
    <dsp:sp modelId="{EEBC0E8A-4886-4856-B306-A20B840EA4F2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6A752-C2DA-410C-9599-74C851AA87DB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7C985-B03B-488F-BDBD-C8FE96222FB0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Retention and workload are major constraints</a:t>
          </a:r>
        </a:p>
      </dsp:txBody>
      <dsp:txXfrm>
        <a:off x="4942957" y="2452790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FF5C-C988-125C-9295-DC01CF6C4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0FADC-86C1-8134-1151-D31F5C7D9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44587-361D-44F9-E3D5-0AB47BFF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EBF5B-005F-81C0-DE82-A425D6E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2794-30DB-23DA-92BF-370E97A9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4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80E2-4245-B4D3-03E8-3458C657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5C3C-5CC5-BD1C-48A6-6AFEFA90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16BD-5EA4-C1B4-52E6-9DF72452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DBB9-EC78-9EF3-2648-11E70B040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1A75C-C3D2-2712-F3AC-3ADBC129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0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7DDA-788A-CE68-E966-22A7C193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A12EC-F813-904F-B8FF-62DEC8A56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DCFBE-7BC4-3F19-8BFC-ED388961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B28F3-4BD6-1E58-20FB-DCA77595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D7AAE-9AA6-C2C4-AEF5-D7E9B4A1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2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30A0-6141-42ED-88CC-F016A1BB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4539C-6480-4E63-B912-9BDDFEA7F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7641D-258A-2C8E-EBA3-43528227C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BC7E-727D-6017-30DF-5FE40F85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16136-52F6-CA03-0756-F6AD9B34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F7E02-A9F1-B762-6FA4-14916CDC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7F3B-71DE-483D-2C4C-E4B87FCA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0EE62-B4DE-130E-8D44-55971A85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0289-D906-46B4-7B2F-6D0013FCA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89C8C-C8F9-52AF-788E-019EC5E71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E4A93-A4CC-0578-F341-45F31174B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E6D46-B6F8-831C-200C-07CEC0A6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D88FF-CB99-1CC3-C27C-E7CD8BE8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10A54-D6D8-47BA-5ED3-5C617C91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5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8734-D582-402A-F104-C11518FA1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68EF6-CA1B-D07A-762F-1470B7FE4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6047E-B552-76EF-2BA4-C0E1D2FD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5574C-7047-01CD-A7B9-0E89D4A4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3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54E14-F4B3-5430-1E9D-29183FF6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01C96-5803-B907-E50F-5E86C4F0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5ED5D-DAE1-CBEC-4502-642A4728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1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9362-83C9-2DCC-7176-9CCDB17C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BE18D-5DE2-FF16-240A-639DB111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46B3D-8C04-E59C-A42F-0D51FB26F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C7454-08FF-595A-045D-D6DB2CA4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2CAB2-EA7F-D778-4315-187C3448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5D8A2-1196-9BCF-0893-C814C69D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8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191B-B9D6-1653-802F-594170FB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78CDC-C5E5-A30D-B029-DEBEF4454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BA1EC-34A8-E7F2-061B-E235805A1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019CF-C220-EC73-3A0E-114FF52D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1F71C-B60F-43D4-FA34-4E8D7E0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DE1C1-972D-ADCF-CE22-EAAB70EF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4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D8F9-02E9-E6B0-F73E-7874633A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92728-87AF-8003-92C2-EAB238159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3BC12-9431-2699-2570-3701E677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F6CB-A670-93AF-97BD-CF6B85C6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1D4C-F7F5-6BE6-E432-99EF6D91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5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0253A-65A8-FCF0-7A9E-5562F6480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CBB4B-10EE-1D1E-BBAB-3641CC2C8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98E4D-6B3F-5A73-F9C2-F2E69D98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ADFB0-AF59-E639-B8A5-2895D22D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DADB-EFCD-ECC9-DF22-DD6D33D5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1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2F3E0-4FE6-D1E8-4D82-6C1ADEF6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005E3-76CC-310A-66B6-1D96C86D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04DF-9D06-9126-F2BE-D4341E2DF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0CFF2-95B1-40AA-ADF5-B34F36AB290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70EF7-E627-B972-8ABB-4DC444A53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E1374-724C-5C2D-D157-B91E11CAE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4E8E-496A-4F1B-B3C2-F0F2A523C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2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D0B8-F5E0-2220-7F01-E0D2389A5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SRHR Health Workforce Modelling Initiative for WHO AFRO Region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837DF-ED5F-01A2-48F6-368CF181A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JKUAT Team</a:t>
            </a:r>
          </a:p>
        </p:txBody>
      </p:sp>
    </p:spTree>
    <p:extLst>
      <p:ext uri="{BB962C8B-B14F-4D97-AF65-F5344CB8AC3E}">
        <p14:creationId xmlns:p14="http://schemas.microsoft.com/office/powerpoint/2010/main" val="326459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13">
            <a:extLst>
              <a:ext uri="{FF2B5EF4-FFF2-40B4-BE49-F238E27FC236}">
                <a16:creationId xmlns:a16="http://schemas.microsoft.com/office/drawing/2014/main" id="{9C89076C-9BA7-EAF8-378B-7C67D9BC2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170105"/>
              </p:ext>
            </p:extLst>
          </p:nvPr>
        </p:nvGraphicFramePr>
        <p:xfrm>
          <a:off x="536265" y="2082800"/>
          <a:ext cx="11104563" cy="321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9">
            <a:extLst>
              <a:ext uri="{FF2B5EF4-FFF2-40B4-BE49-F238E27FC236}">
                <a16:creationId xmlns:a16="http://schemas.microsoft.com/office/drawing/2014/main" id="{4452C6D2-5B14-66C6-8F4A-935ED421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Pillar 2</a:t>
            </a:r>
            <a:br>
              <a:rPr lang="en-US" dirty="0"/>
            </a:br>
            <a:r>
              <a:rPr lang="en-US" dirty="0"/>
              <a:t>Strengthening health workforce development for SRHR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31E26FF-39ED-2180-D581-68A6CBF32E2D}"/>
              </a:ext>
            </a:extLst>
          </p:cNvPr>
          <p:cNvSpPr/>
          <p:nvPr/>
        </p:nvSpPr>
        <p:spPr>
          <a:xfrm>
            <a:off x="1640541" y="1690688"/>
            <a:ext cx="295835" cy="3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61E6351-D3AD-18C0-5EB7-12E28D80E329}"/>
              </a:ext>
            </a:extLst>
          </p:cNvPr>
          <p:cNvSpPr/>
          <p:nvPr/>
        </p:nvSpPr>
        <p:spPr>
          <a:xfrm>
            <a:off x="4428564" y="1766888"/>
            <a:ext cx="295835" cy="3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5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B11E-63B1-C49E-5130-093734DF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Econometric Modelling-three-stage least squares (3SLS)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4AFE-47D2-5454-94C1-922F4F1B5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763"/>
            <a:ext cx="10385612" cy="4115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 identify and quantify the </a:t>
            </a:r>
            <a:r>
              <a:rPr lang="en-US" b="1" dirty="0"/>
              <a:t>structural relationships</a:t>
            </a:r>
            <a:r>
              <a:rPr lang="en-US" dirty="0"/>
              <a:t> linking: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D76ACE-65EC-9338-B1C7-7B015B4F9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56333"/>
            <a:ext cx="10242176" cy="1745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B12CD1-E404-21E5-CFBD-8C1986E8B047}"/>
              </a:ext>
            </a:extLst>
          </p:cNvPr>
          <p:cNvSpPr txBox="1"/>
          <p:nvPr/>
        </p:nvSpPr>
        <p:spPr>
          <a:xfrm>
            <a:off x="1281953" y="4473388"/>
            <a:ext cx="345141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3SLS?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The variables influence each other simultaneously (correlated errors)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3SLS allows joint estimation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9EA5F-3684-B7EF-7A7D-B94A3429850B}"/>
              </a:ext>
            </a:extLst>
          </p:cNvPr>
          <p:cNvSpPr txBox="1"/>
          <p:nvPr/>
        </p:nvSpPr>
        <p:spPr>
          <a:xfrm>
            <a:off x="6956612" y="4410635"/>
            <a:ext cx="31286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Short-run elasticities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Long-run multipliers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Dynamic persistence parameters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05E96-2795-F5AB-70AE-03C957A49774}"/>
              </a:ext>
            </a:extLst>
          </p:cNvPr>
          <p:cNvSpPr/>
          <p:nvPr/>
        </p:nvSpPr>
        <p:spPr>
          <a:xfrm>
            <a:off x="9735671" y="3630706"/>
            <a:ext cx="753035" cy="1972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9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1CBF-4DFD-55CF-B3F0-F99C7873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376" y="177331"/>
            <a:ext cx="4944035" cy="1325563"/>
          </a:xfrm>
        </p:spPr>
        <p:txBody>
          <a:bodyPr/>
          <a:lstStyle/>
          <a:p>
            <a:r>
              <a:rPr lang="en-US" dirty="0"/>
              <a:t>Preliminary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6415BAA7-E35E-E65E-B37C-68F816D0CCF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0334557"/>
                  </p:ext>
                </p:extLst>
              </p:nvPr>
            </p:nvGraphicFramePr>
            <p:xfrm>
              <a:off x="632011" y="1502894"/>
              <a:ext cx="10968318" cy="484411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Content Placeholder 4">
                <a:extLst>
                  <a:ext uri="{FF2B5EF4-FFF2-40B4-BE49-F238E27FC236}">
                    <a16:creationId xmlns:a16="http://schemas.microsoft.com/office/drawing/2014/main" id="{6415BAA7-E35E-E65E-B37C-68F816D0CCF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0334557"/>
                  </p:ext>
                </p:extLst>
              </p:nvPr>
            </p:nvGraphicFramePr>
            <p:xfrm>
              <a:off x="632011" y="1502894"/>
              <a:ext cx="10968318" cy="484411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0E7D0CF-DBE8-1AD1-7D84-D5495290C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12" y="0"/>
            <a:ext cx="1720645" cy="149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9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2E-F04A-AC27-E0E3-F199D9FE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Cross-equation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E418-0F99-A36E-E860-00A0C41C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9551"/>
          </a:xfrm>
        </p:spPr>
        <p:txBody>
          <a:bodyPr/>
          <a:lstStyle/>
          <a:p>
            <a:r>
              <a:rPr lang="pt-BR" dirty="0"/>
              <a:t>System R² (OLS): 0.98</a:t>
            </a:r>
          </a:p>
          <a:p>
            <a:r>
              <a:rPr lang="pt-BR" dirty="0"/>
              <a:t>McElroy R²: 0.995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model explains nearly all joint variation across the three endogenous variables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6326D-6D3A-F270-A38F-A9526935517F}"/>
              </a:ext>
            </a:extLst>
          </p:cNvPr>
          <p:cNvSpPr txBox="1"/>
          <p:nvPr/>
        </p:nvSpPr>
        <p:spPr>
          <a:xfrm>
            <a:off x="959224" y="4338918"/>
            <a:ext cx="10318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 Findings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Expanding nursing and midwifery capacity appears more strongly associated with UHC gains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Health system strengthening effects on disease burden appear gradual rather than immediate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Reducing disease burden has measurable macroeconomic productivity effects</a:t>
            </a:r>
          </a:p>
        </p:txBody>
      </p:sp>
    </p:spTree>
    <p:extLst>
      <p:ext uri="{BB962C8B-B14F-4D97-AF65-F5344CB8AC3E}">
        <p14:creationId xmlns:p14="http://schemas.microsoft.com/office/powerpoint/2010/main" val="259348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184D-FB15-A743-9C71-CF8DB8C8A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estimates as inputs for Agent-based models(discrete time)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F01FD3-F746-1CF6-BF1B-F0E34B8F6A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555606"/>
              </p:ext>
            </p:extLst>
          </p:nvPr>
        </p:nvGraphicFramePr>
        <p:xfrm>
          <a:off x="398929" y="1690688"/>
          <a:ext cx="10515600" cy="1981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75FA5-AA42-EFAD-821C-9A5A61A7A309}"/>
                  </a:ext>
                </a:extLst>
              </p:cNvPr>
              <p:cNvSpPr txBox="1"/>
              <p:nvPr/>
            </p:nvSpPr>
            <p:spPr>
              <a:xfrm>
                <a:off x="1676400" y="4150659"/>
                <a:ext cx="860611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Example transition rule in ABM</a:t>
                </a:r>
                <a:r>
                  <a:rPr lang="en-US" dirty="0"/>
                  <a:t>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=0.962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+0.031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𝑁𝑢𝑟𝑠𝑒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75FA5-AA42-EFAD-821C-9A5A61A7A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150659"/>
                <a:ext cx="8606118" cy="923330"/>
              </a:xfrm>
              <a:prstGeom prst="rect">
                <a:avLst/>
              </a:prstGeom>
              <a:blipFill>
                <a:blip r:embed="rId7"/>
                <a:stretch>
                  <a:fillRect l="-567" t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857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6678-D7E8-1A69-4BF0-5BC3CF2EB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Evidence Synthesis on SRHR Workforce Status &amp; Gaps (5 African Countries)</a:t>
            </a:r>
            <a:br>
              <a:rPr lang="en-US" dirty="0"/>
            </a:br>
            <a:r>
              <a:rPr lang="en-US" sz="2200" dirty="0"/>
              <a:t>(</a:t>
            </a:r>
            <a:r>
              <a:rPr lang="en-US" sz="2200" i="1" dirty="0"/>
              <a:t>Eswatini, Cameroon, Liberia, Nigeria, Uganda)</a:t>
            </a:r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D212AAA-D445-92B9-84E2-0CD8A8290A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130562"/>
              </p:ext>
            </p:extLst>
          </p:nvPr>
        </p:nvGraphicFramePr>
        <p:xfrm>
          <a:off x="838200" y="1825625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766872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593103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789943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893727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2110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Workforce Density (per 10k)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Gaps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Retention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Disease Pressure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67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Eswatini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~51 (improved)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Rural shortages, few specialists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Migration, 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high HIV/TB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08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Cameroon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~13–15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 doctor density, conflict areas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Insecurity, low pay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Malaria, HIV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4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Liberia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Severe shortages post-Ebola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pay, donor reliance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Infectious diseases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17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Nigeria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~16–20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Urban–rural disparity, specialist gaps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Brain drain, strikes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maternal, malaria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623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Uganda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~15–17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Rural shortages, weak CPD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Migration, dual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Malaria, HIV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7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407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B0AEC-55C6-8DCF-6D87-D0E85ED64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Summary of synthesis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4E2489-B98F-94AB-D821-DB39A609E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46199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8F5E16-FEB2-EE03-C208-88AE0C88F2B4}"/>
              </a:ext>
            </a:extLst>
          </p:cNvPr>
          <p:cNvSpPr txBox="1"/>
          <p:nvPr/>
        </p:nvSpPr>
        <p:spPr>
          <a:xfrm>
            <a:off x="644056" y="5916706"/>
            <a:ext cx="9342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Workforce gaps are not only health system issues-they have measurable long-term economic consequences---based on the 3SLS  results</a:t>
            </a:r>
          </a:p>
        </p:txBody>
      </p:sp>
    </p:spTree>
    <p:extLst>
      <p:ext uri="{BB962C8B-B14F-4D97-AF65-F5344CB8AC3E}">
        <p14:creationId xmlns:p14="http://schemas.microsoft.com/office/powerpoint/2010/main" val="29540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622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SRHR Health Workforce Modelling Initiative for WHO AFRO Region </vt:lpstr>
      <vt:lpstr>Pillar 2 Strengthening health workforce development for SRHR</vt:lpstr>
      <vt:lpstr>Econometric Modelling-three-stage least squares (3SLS) model </vt:lpstr>
      <vt:lpstr>Preliminary results</vt:lpstr>
      <vt:lpstr>Cross-equation summary</vt:lpstr>
      <vt:lpstr>Structural estimates as inputs for Agent-based models(discrete time)</vt:lpstr>
      <vt:lpstr>Evidence Synthesis on SRHR Workforce Status &amp; Gaps (5 African Countries) (Eswatini, Cameroon, Liberia, Nigeria, Uganda)</vt:lpstr>
      <vt:lpstr>Summary of synthesis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Zelha Fitness</dc:creator>
  <cp:lastModifiedBy>HA</cp:lastModifiedBy>
  <cp:revision>12</cp:revision>
  <dcterms:created xsi:type="dcterms:W3CDTF">2026-03-03T05:25:45Z</dcterms:created>
  <dcterms:modified xsi:type="dcterms:W3CDTF">2026-03-18T03:38:11Z</dcterms:modified>
</cp:coreProperties>
</file>